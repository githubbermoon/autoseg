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71" r:id="rId3"/>
  </p:sldMasterIdLst>
  <p:notesMasterIdLst>
    <p:notesMasterId r:id="rId18"/>
  </p:notesMasterIdLst>
  <p:sldIdLst>
    <p:sldId id="645" r:id="rId4"/>
    <p:sldId id="646" r:id="rId5"/>
    <p:sldId id="647" r:id="rId6"/>
    <p:sldId id="641" r:id="rId7"/>
    <p:sldId id="642" r:id="rId8"/>
    <p:sldId id="648" r:id="rId9"/>
    <p:sldId id="623" r:id="rId10"/>
    <p:sldId id="631" r:id="rId11"/>
    <p:sldId id="615" r:id="rId12"/>
    <p:sldId id="650" r:id="rId13"/>
    <p:sldId id="644" r:id="rId14"/>
    <p:sldId id="626" r:id="rId15"/>
    <p:sldId id="639" r:id="rId16"/>
    <p:sldId id="64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325" userDrawn="1">
          <p15:clr>
            <a:srgbClr val="A4A3A4"/>
          </p15:clr>
        </p15:guide>
        <p15:guide id="4" pos="735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kiko Takemi" initials="AT" lastIdx="0" clrIdx="0"/>
  <p:cmAuthor id="2" name="REVA00263" initials="R"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D8783"/>
    <a:srgbClr val="097F8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665"/>
    <p:restoredTop sz="94626"/>
  </p:normalViewPr>
  <p:slideViewPr>
    <p:cSldViewPr snapToGrid="0" snapToObjects="1" showGuides="1">
      <p:cViewPr varScale="1">
        <p:scale>
          <a:sx n="79" d="100"/>
          <a:sy n="79" d="100"/>
        </p:scale>
        <p:origin x="955" y="67"/>
      </p:cViewPr>
      <p:guideLst>
        <p:guide orient="horz" pos="2160"/>
        <p:guide pos="3840"/>
        <p:guide pos="325"/>
        <p:guide pos="735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2" Type="http://schemas.openxmlformats.org/officeDocument/2006/relationships/commentAuthors" Target="commentAuthors.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notesMaster" Target="notesMasters/notesMaster1.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6499BB-23DF-A04B-A006-E4352A34EB0F}"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D52418-CEC9-AD41-8D78-31D2969991F0}"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7" Type="http://schemas.openxmlformats.org/officeDocument/2006/relationships/image" Target="../media/image9.png"/><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7" Type="http://schemas.openxmlformats.org/officeDocument/2006/relationships/image" Target="../media/image9.png"/><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09371589-2BDF-CB41-A6E5-57492F945B2E}"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E078F8-F842-FB4B-9F54-E6C983E097A2}" type="slidenum">
              <a:rPr lang="en-US" smtClean="0"/>
            </a:fld>
            <a:endParaRPr lang="en-US"/>
          </a:p>
        </p:txBody>
      </p:sp>
    </p:spTree>
  </p:cSld>
  <p:clrMapOvr>
    <a:masterClrMapping/>
  </p:clrMapOvr>
  <p:transition spd="slow">
    <p:cove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09371589-2BDF-CB41-A6E5-57492F945B2E}"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E078F8-F842-FB4B-9F54-E6C983E097A2}" type="slidenum">
              <a:rPr lang="en-US" smtClean="0"/>
            </a:fld>
            <a:endParaRPr lang="en-US"/>
          </a:p>
        </p:txBody>
      </p:sp>
    </p:spTree>
  </p:cSld>
  <p:clrMapOvr>
    <a:masterClrMapping/>
  </p:clrMapOvr>
  <p:transition spd="slow">
    <p:cove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09371589-2BDF-CB41-A6E5-57492F945B2E}"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E078F8-F842-FB4B-9F54-E6C983E097A2}" type="slidenum">
              <a:rPr lang="en-US" smtClean="0"/>
            </a:fld>
            <a:endParaRPr lang="en-US"/>
          </a:p>
        </p:txBody>
      </p:sp>
    </p:spTree>
  </p:cSld>
  <p:clrMapOvr>
    <a:masterClrMapping/>
  </p:clrMapOvr>
  <p:transition spd="slow">
    <p:cove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09371589-2BDF-CB41-A6E5-57492F945B2E}"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E078F8-F842-FB4B-9F54-E6C983E097A2}" type="slidenum">
              <a:rPr lang="en-US" smtClean="0"/>
            </a:fld>
            <a:endParaRPr lang="en-US"/>
          </a:p>
        </p:txBody>
      </p:sp>
    </p:spTree>
  </p:cSld>
  <p:clrMapOvr>
    <a:masterClrMapping/>
  </p:clrMapOvr>
  <p:transition spd="slow">
    <p:cove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09371589-2BDF-CB41-A6E5-57492F945B2E}"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EE078F8-F842-FB4B-9F54-E6C983E097A2}" type="slidenum">
              <a:rPr lang="en-US" smtClean="0"/>
            </a:fld>
            <a:endParaRPr lang="en-US"/>
          </a:p>
        </p:txBody>
      </p:sp>
    </p:spTree>
  </p:cSld>
  <p:clrMapOvr>
    <a:masterClrMapping/>
  </p:clrMapOvr>
  <p:transition spd="slow">
    <p:cove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09371589-2BDF-CB41-A6E5-57492F945B2E}"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EE078F8-F842-FB4B-9F54-E6C983E097A2}" type="slidenum">
              <a:rPr lang="en-US" smtClean="0"/>
            </a:fld>
            <a:endParaRPr lang="en-US"/>
          </a:p>
        </p:txBody>
      </p:sp>
    </p:spTree>
  </p:cSld>
  <p:clrMapOvr>
    <a:masterClrMapping/>
  </p:clrMapOvr>
  <p:transition spd="slow">
    <p:cove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371589-2BDF-CB41-A6E5-57492F945B2E}"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EE078F8-F842-FB4B-9F54-E6C983E097A2}" type="slidenum">
              <a:rPr lang="en-US" smtClean="0"/>
            </a:fld>
            <a:endParaRPr lang="en-US"/>
          </a:p>
        </p:txBody>
      </p:sp>
    </p:spTree>
  </p:cSld>
  <p:clrMapOvr>
    <a:masterClrMapping/>
  </p:clrMapOvr>
  <p:transition spd="slow">
    <p:cove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09371589-2BDF-CB41-A6E5-57492F945B2E}"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E078F8-F842-FB4B-9F54-E6C983E097A2}" type="slidenum">
              <a:rPr lang="en-US" smtClean="0"/>
            </a:fld>
            <a:endParaRPr lang="en-US"/>
          </a:p>
        </p:txBody>
      </p:sp>
    </p:spTree>
  </p:cSld>
  <p:clrMapOvr>
    <a:masterClrMapping/>
  </p:clrMapOvr>
  <p:transition spd="slow">
    <p:cove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09371589-2BDF-CB41-A6E5-57492F945B2E}"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E078F8-F842-FB4B-9F54-E6C983E097A2}" type="slidenum">
              <a:rPr lang="en-US" smtClean="0"/>
            </a:fld>
            <a:endParaRPr lang="en-US"/>
          </a:p>
        </p:txBody>
      </p:sp>
    </p:spTree>
  </p:cSld>
  <p:clrMapOvr>
    <a:masterClrMapping/>
  </p:clrMapOvr>
  <p:transition spd="slow">
    <p:cove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09371589-2BDF-CB41-A6E5-57492F945B2E}"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E078F8-F842-FB4B-9F54-E6C983E097A2}" type="slidenum">
              <a:rPr lang="en-US" smtClean="0"/>
            </a:fld>
            <a:endParaRPr lang="en-US"/>
          </a:p>
        </p:txBody>
      </p:sp>
    </p:spTree>
  </p:cSld>
  <p:clrMapOvr>
    <a:masterClrMapping/>
  </p:clrMapOvr>
  <p:transition spd="slow">
    <p:cove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09371589-2BDF-CB41-A6E5-57492F945B2E}"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E078F8-F842-FB4B-9F54-E6C983E097A2}" type="slidenum">
              <a:rPr lang="en-US" smtClean="0"/>
            </a:fld>
            <a:endParaRPr lang="en-US"/>
          </a:p>
        </p:txBody>
      </p:sp>
    </p:spTree>
  </p:cSld>
  <p:clrMapOvr>
    <a:masterClrMapping/>
  </p:clrMapOvr>
  <p:transition spd="slow">
    <p:cove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5" name="Picture 4" descr="A black background with white text&#10;&#10;AI-generated content may be incorrect."/>
          <p:cNvPicPr>
            <a:picLocks noChangeAspect="1"/>
          </p:cNvPicPr>
          <p:nvPr userDrawn="1"/>
        </p:nvPicPr>
        <p:blipFill>
          <a:blip r:embed="rId2"/>
          <a:stretch>
            <a:fillRect/>
          </a:stretch>
        </p:blipFill>
        <p:spPr>
          <a:xfrm>
            <a:off x="3964400" y="823238"/>
            <a:ext cx="3980362" cy="1597992"/>
          </a:xfrm>
          <a:prstGeom prst="rect">
            <a:avLst/>
          </a:prstGeom>
        </p:spPr>
      </p:pic>
      <p:sp>
        <p:nvSpPr>
          <p:cNvPr id="6" name="TextBox 5"/>
          <p:cNvSpPr txBox="1"/>
          <p:nvPr userDrawn="1"/>
        </p:nvSpPr>
        <p:spPr>
          <a:xfrm>
            <a:off x="4786733" y="6301409"/>
            <a:ext cx="2335695" cy="369332"/>
          </a:xfrm>
          <a:prstGeom prst="rect">
            <a:avLst/>
          </a:prstGeom>
          <a:noFill/>
        </p:spPr>
        <p:txBody>
          <a:bodyPr wrap="square" rtlCol="0">
            <a:spAutoFit/>
          </a:bodyPr>
          <a:lstStyle/>
          <a:p>
            <a:r>
              <a:rPr lang="en-US" dirty="0">
                <a:solidFill>
                  <a:schemeClr val="bg1"/>
                </a:solidFill>
              </a:rPr>
              <a:t>#EducateToEnterprise</a:t>
            </a:r>
            <a:endParaRPr lang="en-US" dirty="0">
              <a:solidFill>
                <a:schemeClr val="bg1"/>
              </a:solidFill>
            </a:endParaRPr>
          </a:p>
        </p:txBody>
      </p:sp>
      <p:grpSp>
        <p:nvGrpSpPr>
          <p:cNvPr id="7" name="Group 6"/>
          <p:cNvGrpSpPr/>
          <p:nvPr userDrawn="1"/>
        </p:nvGrpSpPr>
        <p:grpSpPr>
          <a:xfrm>
            <a:off x="515936" y="724619"/>
            <a:ext cx="11160127" cy="4589253"/>
            <a:chOff x="515936" y="724619"/>
            <a:chExt cx="11160127" cy="4589253"/>
          </a:xfrm>
        </p:grpSpPr>
        <p:cxnSp>
          <p:nvCxnSpPr>
            <p:cNvPr id="8" name="Straight Connector 7"/>
            <p:cNvCxnSpPr/>
            <p:nvPr/>
          </p:nvCxnSpPr>
          <p:spPr>
            <a:xfrm>
              <a:off x="515938" y="724619"/>
              <a:ext cx="11160125"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515938" y="724619"/>
              <a:ext cx="0" cy="4589253"/>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515936" y="724619"/>
              <a:ext cx="2398143" cy="2398143"/>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cove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lide 01">
    <p:bg>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7901796" y="1723292"/>
            <a:ext cx="3774266" cy="4679664"/>
          </a:xfrm>
          <a:prstGeom prst="roundRect">
            <a:avLst>
              <a:gd name="adj" fmla="val 3688"/>
            </a:avLst>
          </a:prstGeom>
          <a:pattFill prst="pct5">
            <a:fgClr>
              <a:schemeClr val="accent1"/>
            </a:fgClr>
            <a:bgClr>
              <a:schemeClr val="bg1"/>
            </a:bgClr>
          </a:pattFill>
        </p:spPr>
        <p:txBody>
          <a:bodyPr/>
          <a:lstStyle/>
          <a:p>
            <a:endParaRPr lang="en-US"/>
          </a:p>
        </p:txBody>
      </p:sp>
      <p:cxnSp>
        <p:nvCxnSpPr>
          <p:cNvPr id="2" name="Straight Connector 1"/>
          <p:cNvCxnSpPr/>
          <p:nvPr userDrawn="1"/>
        </p:nvCxnSpPr>
        <p:spPr>
          <a:xfrm>
            <a:off x="515938" y="1376578"/>
            <a:ext cx="421133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A black background with white text&#10;&#10;AI-generated content may be incorrect."/>
          <p:cNvPicPr>
            <a:picLocks noChangeAspect="1"/>
          </p:cNvPicPr>
          <p:nvPr userDrawn="1"/>
        </p:nvPicPr>
        <p:blipFill>
          <a:blip r:embed="rId2"/>
          <a:stretch>
            <a:fillRect/>
          </a:stretch>
        </p:blipFill>
        <p:spPr>
          <a:xfrm>
            <a:off x="10152263" y="96970"/>
            <a:ext cx="1760684" cy="706860"/>
          </a:xfrm>
          <a:prstGeom prst="rect">
            <a:avLst/>
          </a:prstGeom>
        </p:spPr>
      </p:pic>
      <p:sp>
        <p:nvSpPr>
          <p:cNvPr id="8" name="Google Shape;125;p30"/>
          <p:cNvSpPr txBox="1"/>
          <p:nvPr userDrawn="1"/>
        </p:nvSpPr>
        <p:spPr>
          <a:xfrm>
            <a:off x="312977" y="5638292"/>
            <a:ext cx="2976876" cy="1122738"/>
          </a:xfrm>
          <a:prstGeom prst="rect">
            <a:avLst/>
          </a:prstGeom>
          <a:noFill/>
          <a:ln>
            <a:noFill/>
          </a:ln>
        </p:spPr>
        <p:txBody>
          <a:bodyPr spcFirstLastPara="1" wrap="square" lIns="0" tIns="14600" rIns="0" bIns="0" anchor="t" anchorCtr="0">
            <a:spAutoFit/>
          </a:bodyPr>
          <a:lstStyle/>
          <a:p>
            <a:pPr marL="12700" marR="0" lvl="0" indent="0" algn="l" rtl="0">
              <a:spcBef>
                <a:spcPts val="0"/>
              </a:spcBef>
              <a:spcAft>
                <a:spcPts val="0"/>
              </a:spcAft>
              <a:buNone/>
            </a:pPr>
            <a:r>
              <a:rPr lang="en-US" sz="7200" spc="600" dirty="0">
                <a:solidFill>
                  <a:schemeClr val="bg2">
                    <a:lumMod val="90000"/>
                  </a:schemeClr>
                </a:solidFill>
                <a:latin typeface="Glacial Indifference" pitchFamily="2" charset="0"/>
                <a:ea typeface="Roboto"/>
                <a:cs typeface="Roboto"/>
                <a:sym typeface="Roboto"/>
              </a:rPr>
              <a:t>E 2 E</a:t>
            </a:r>
            <a:endParaRPr sz="7200" spc="600" dirty="0">
              <a:solidFill>
                <a:schemeClr val="bg2">
                  <a:lumMod val="90000"/>
                </a:schemeClr>
              </a:solidFill>
              <a:latin typeface="Glacial Indifference" pitchFamily="2" charset="0"/>
              <a:ea typeface="Roboto"/>
              <a:cs typeface="Roboto"/>
              <a:sym typeface="Roboto"/>
            </a:endParaRPr>
          </a:p>
        </p:txBody>
      </p:sp>
    </p:spTree>
  </p:cSld>
  <p:clrMapOvr>
    <a:masterClrMapping/>
  </p:clrMapOvr>
  <p:transition spd="slow">
    <p:cove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Slide 07">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515937" y="1124743"/>
            <a:ext cx="6295409" cy="3320897"/>
          </a:xfrm>
          <a:prstGeom prst="roundRect">
            <a:avLst>
              <a:gd name="adj" fmla="val 3688"/>
            </a:avLst>
          </a:prstGeom>
          <a:pattFill prst="pct5">
            <a:fgClr>
              <a:schemeClr val="accent1"/>
            </a:fgClr>
            <a:bgClr>
              <a:schemeClr val="bg1"/>
            </a:bgClr>
          </a:pattFill>
        </p:spPr>
        <p:txBody>
          <a:bodyPr/>
          <a:lstStyle/>
          <a:p>
            <a:endParaRPr lang="en-US"/>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47564" y="101614"/>
            <a:ext cx="1763782" cy="706859"/>
          </a:xfrm>
          <a:prstGeom prst="rect">
            <a:avLst/>
          </a:prstGeom>
        </p:spPr>
      </p:pic>
      <p:sp>
        <p:nvSpPr>
          <p:cNvPr id="5" name="Google Shape;125;p30"/>
          <p:cNvSpPr txBox="1"/>
          <p:nvPr userDrawn="1"/>
        </p:nvSpPr>
        <p:spPr>
          <a:xfrm>
            <a:off x="312977" y="5638292"/>
            <a:ext cx="2976876" cy="1122738"/>
          </a:xfrm>
          <a:prstGeom prst="rect">
            <a:avLst/>
          </a:prstGeom>
          <a:noFill/>
          <a:ln>
            <a:noFill/>
          </a:ln>
        </p:spPr>
        <p:txBody>
          <a:bodyPr spcFirstLastPara="1" wrap="square" lIns="0" tIns="14600" rIns="0" bIns="0" anchor="t" anchorCtr="0">
            <a:spAutoFit/>
          </a:bodyPr>
          <a:lstStyle/>
          <a:p>
            <a:pPr marL="12700" marR="0" lvl="0" indent="0" algn="l" rtl="0">
              <a:spcBef>
                <a:spcPts val="0"/>
              </a:spcBef>
              <a:spcAft>
                <a:spcPts val="0"/>
              </a:spcAft>
              <a:buNone/>
            </a:pPr>
            <a:r>
              <a:rPr lang="en-US" sz="7200" spc="600" dirty="0">
                <a:solidFill>
                  <a:schemeClr val="bg1">
                    <a:lumMod val="95000"/>
                  </a:schemeClr>
                </a:solidFill>
                <a:latin typeface="Glacial Indifference" pitchFamily="2" charset="0"/>
                <a:ea typeface="Roboto"/>
                <a:cs typeface="Roboto"/>
                <a:sym typeface="Roboto"/>
              </a:rPr>
              <a:t>E 2 E</a:t>
            </a:r>
            <a:endParaRPr sz="7200" spc="600" dirty="0">
              <a:solidFill>
                <a:schemeClr val="bg1">
                  <a:lumMod val="95000"/>
                </a:schemeClr>
              </a:solidFill>
              <a:latin typeface="Glacial Indifference" pitchFamily="2" charset="0"/>
              <a:ea typeface="Roboto"/>
              <a:cs typeface="Roboto"/>
              <a:sym typeface="Roboto"/>
            </a:endParaRPr>
          </a:p>
        </p:txBody>
      </p:sp>
    </p:spTree>
  </p:cSld>
  <p:clrMapOvr>
    <a:masterClrMapping/>
  </p:clrMapOvr>
  <p:transition spd="slow">
    <p:cove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lide 02">
    <p:spTree>
      <p:nvGrpSpPr>
        <p:cNvPr id="1" name=""/>
        <p:cNvGrpSpPr/>
        <p:nvPr/>
      </p:nvGrpSpPr>
      <p:grpSpPr>
        <a:xfrm>
          <a:off x="0" y="0"/>
          <a:ext cx="0" cy="0"/>
          <a:chOff x="0" y="0"/>
          <a:chExt cx="0" cy="0"/>
        </a:xfrm>
      </p:grpSpPr>
      <p:sp>
        <p:nvSpPr>
          <p:cNvPr id="8" name="Picture Placeholder 8"/>
          <p:cNvSpPr>
            <a:spLocks noGrp="1"/>
          </p:cNvSpPr>
          <p:nvPr>
            <p:ph type="pic" sz="quarter" idx="10"/>
          </p:nvPr>
        </p:nvSpPr>
        <p:spPr>
          <a:xfrm>
            <a:off x="515938" y="624840"/>
            <a:ext cx="4056062" cy="5608320"/>
          </a:xfrm>
          <a:prstGeom prst="roundRect">
            <a:avLst>
              <a:gd name="adj" fmla="val 3688"/>
            </a:avLst>
          </a:prstGeom>
          <a:pattFill prst="pct5">
            <a:fgClr>
              <a:schemeClr val="accent1"/>
            </a:fgClr>
            <a:bgClr>
              <a:schemeClr val="bg1"/>
            </a:bgClr>
          </a:pattFill>
        </p:spPr>
        <p:txBody>
          <a:bodyPr/>
          <a:lstStyle/>
          <a:p>
            <a:endParaRPr lang="en-US"/>
          </a:p>
        </p:txBody>
      </p:sp>
      <p:pic>
        <p:nvPicPr>
          <p:cNvPr id="5" name="Picture 4" descr="A black background with white text&#10;&#10;AI-generated content may be incorrect."/>
          <p:cNvPicPr>
            <a:picLocks noChangeAspect="1"/>
          </p:cNvPicPr>
          <p:nvPr userDrawn="1"/>
        </p:nvPicPr>
        <p:blipFill>
          <a:blip r:embed="rId2"/>
          <a:stretch>
            <a:fillRect/>
          </a:stretch>
        </p:blipFill>
        <p:spPr>
          <a:xfrm>
            <a:off x="10152263" y="96970"/>
            <a:ext cx="1760684" cy="706860"/>
          </a:xfrm>
          <a:prstGeom prst="rect">
            <a:avLst/>
          </a:prstGeom>
        </p:spPr>
      </p:pic>
      <p:sp>
        <p:nvSpPr>
          <p:cNvPr id="7" name="Google Shape;125;p30"/>
          <p:cNvSpPr txBox="1"/>
          <p:nvPr userDrawn="1"/>
        </p:nvSpPr>
        <p:spPr>
          <a:xfrm>
            <a:off x="312977" y="5638292"/>
            <a:ext cx="2976876" cy="1122738"/>
          </a:xfrm>
          <a:prstGeom prst="rect">
            <a:avLst/>
          </a:prstGeom>
          <a:noFill/>
          <a:ln>
            <a:noFill/>
          </a:ln>
        </p:spPr>
        <p:txBody>
          <a:bodyPr spcFirstLastPara="1" wrap="square" lIns="0" tIns="14600" rIns="0" bIns="0" anchor="t" anchorCtr="0">
            <a:spAutoFit/>
          </a:bodyPr>
          <a:lstStyle/>
          <a:p>
            <a:pPr marL="12700" marR="0" lvl="0" indent="0" algn="l" rtl="0">
              <a:spcBef>
                <a:spcPts val="0"/>
              </a:spcBef>
              <a:spcAft>
                <a:spcPts val="0"/>
              </a:spcAft>
              <a:buNone/>
            </a:pPr>
            <a:r>
              <a:rPr lang="en-US" sz="7200" spc="600" dirty="0">
                <a:solidFill>
                  <a:schemeClr val="bg1">
                    <a:lumMod val="95000"/>
                  </a:schemeClr>
                </a:solidFill>
                <a:latin typeface="Glacial Indifference" pitchFamily="2" charset="0"/>
                <a:ea typeface="Roboto"/>
                <a:cs typeface="Roboto"/>
                <a:sym typeface="Roboto"/>
              </a:rPr>
              <a:t>E 2 E</a:t>
            </a:r>
            <a:endParaRPr sz="7200" spc="600" dirty="0">
              <a:solidFill>
                <a:schemeClr val="bg1">
                  <a:lumMod val="95000"/>
                </a:schemeClr>
              </a:solidFill>
              <a:latin typeface="Glacial Indifference" pitchFamily="2" charset="0"/>
              <a:ea typeface="Roboto"/>
              <a:cs typeface="Roboto"/>
              <a:sym typeface="Roboto"/>
            </a:endParaRPr>
          </a:p>
        </p:txBody>
      </p:sp>
    </p:spTree>
  </p:cSld>
  <p:clrMapOvr>
    <a:masterClrMapping/>
  </p:clrMapOvr>
  <p:transition spd="slow">
    <p:cove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lide 03">
    <p:spTree>
      <p:nvGrpSpPr>
        <p:cNvPr id="1" name=""/>
        <p:cNvGrpSpPr/>
        <p:nvPr/>
      </p:nvGrpSpPr>
      <p:grpSpPr>
        <a:xfrm>
          <a:off x="0" y="0"/>
          <a:ext cx="0" cy="0"/>
          <a:chOff x="0" y="0"/>
          <a:chExt cx="0" cy="0"/>
        </a:xfrm>
      </p:grpSpPr>
      <p:sp>
        <p:nvSpPr>
          <p:cNvPr id="11" name="Picture Placeholder 8"/>
          <p:cNvSpPr>
            <a:spLocks noGrp="1"/>
          </p:cNvSpPr>
          <p:nvPr>
            <p:ph type="pic" sz="quarter" idx="10"/>
          </p:nvPr>
        </p:nvSpPr>
        <p:spPr>
          <a:xfrm>
            <a:off x="-281556" y="3019894"/>
            <a:ext cx="4190060" cy="3838106"/>
          </a:xfrm>
          <a:prstGeom prst="round2SameRect">
            <a:avLst>
              <a:gd name="adj1" fmla="val 4464"/>
              <a:gd name="adj2" fmla="val 0"/>
            </a:avLst>
          </a:prstGeom>
          <a:pattFill prst="pct5">
            <a:fgClr>
              <a:schemeClr val="accent1"/>
            </a:fgClr>
            <a:bgClr>
              <a:schemeClr val="bg1"/>
            </a:bgClr>
          </a:pattFill>
        </p:spPr>
        <p:txBody>
          <a:bodyPr/>
          <a:lstStyle/>
          <a:p>
            <a:endParaRPr lang="en-US"/>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47564" y="101614"/>
            <a:ext cx="1763782" cy="706859"/>
          </a:xfrm>
          <a:prstGeom prst="rect">
            <a:avLst/>
          </a:prstGeom>
        </p:spPr>
      </p:pic>
      <p:sp>
        <p:nvSpPr>
          <p:cNvPr id="5" name="Google Shape;125;p30"/>
          <p:cNvSpPr txBox="1"/>
          <p:nvPr userDrawn="1"/>
        </p:nvSpPr>
        <p:spPr>
          <a:xfrm>
            <a:off x="312977" y="5638292"/>
            <a:ext cx="2976876" cy="1122738"/>
          </a:xfrm>
          <a:prstGeom prst="rect">
            <a:avLst/>
          </a:prstGeom>
          <a:noFill/>
          <a:ln>
            <a:noFill/>
          </a:ln>
        </p:spPr>
        <p:txBody>
          <a:bodyPr spcFirstLastPara="1" wrap="square" lIns="0" tIns="14600" rIns="0" bIns="0" anchor="t" anchorCtr="0">
            <a:spAutoFit/>
          </a:bodyPr>
          <a:lstStyle/>
          <a:p>
            <a:pPr marL="12700" marR="0" lvl="0" indent="0" algn="l" rtl="0">
              <a:spcBef>
                <a:spcPts val="0"/>
              </a:spcBef>
              <a:spcAft>
                <a:spcPts val="0"/>
              </a:spcAft>
              <a:buNone/>
            </a:pPr>
            <a:r>
              <a:rPr lang="en-US" sz="7200" spc="600" dirty="0">
                <a:solidFill>
                  <a:schemeClr val="bg1">
                    <a:lumMod val="95000"/>
                  </a:schemeClr>
                </a:solidFill>
                <a:latin typeface="Glacial Indifference" pitchFamily="2" charset="0"/>
                <a:ea typeface="Roboto"/>
                <a:cs typeface="Roboto"/>
                <a:sym typeface="Roboto"/>
              </a:rPr>
              <a:t>E 2 E</a:t>
            </a:r>
            <a:endParaRPr sz="7200" spc="600" dirty="0">
              <a:solidFill>
                <a:schemeClr val="bg1">
                  <a:lumMod val="95000"/>
                </a:schemeClr>
              </a:solidFill>
              <a:latin typeface="Glacial Indifference" pitchFamily="2" charset="0"/>
              <a:ea typeface="Roboto"/>
              <a:cs typeface="Roboto"/>
              <a:sym typeface="Roboto"/>
            </a:endParaRPr>
          </a:p>
        </p:txBody>
      </p:sp>
    </p:spTree>
  </p:cSld>
  <p:clrMapOvr>
    <a:masterClrMapping/>
  </p:clrMapOvr>
  <p:transition spd="slow">
    <p:cove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lide 04">
    <p:spTree>
      <p:nvGrpSpPr>
        <p:cNvPr id="1" name=""/>
        <p:cNvGrpSpPr/>
        <p:nvPr/>
      </p:nvGrpSpPr>
      <p:grpSpPr>
        <a:xfrm>
          <a:off x="0" y="0"/>
          <a:ext cx="0" cy="0"/>
          <a:chOff x="0" y="0"/>
          <a:chExt cx="0" cy="0"/>
        </a:xfrm>
      </p:grpSpPr>
      <p:sp>
        <p:nvSpPr>
          <p:cNvPr id="11" name="Picture Placeholder 8"/>
          <p:cNvSpPr>
            <a:spLocks noGrp="1"/>
          </p:cNvSpPr>
          <p:nvPr>
            <p:ph type="pic" sz="quarter" idx="10"/>
          </p:nvPr>
        </p:nvSpPr>
        <p:spPr>
          <a:xfrm>
            <a:off x="6929621" y="1388526"/>
            <a:ext cx="4746441" cy="4257625"/>
          </a:xfrm>
          <a:prstGeom prst="round2SameRect">
            <a:avLst>
              <a:gd name="adj1" fmla="val 0"/>
              <a:gd name="adj2" fmla="val 0"/>
            </a:avLst>
          </a:prstGeom>
          <a:pattFill prst="pct5">
            <a:fgClr>
              <a:schemeClr val="accent1"/>
            </a:fgClr>
            <a:bgClr>
              <a:schemeClr val="bg1"/>
            </a:bgClr>
          </a:pattFill>
        </p:spPr>
        <p:txBody>
          <a:bodyPr/>
          <a:lstStyle/>
          <a:p>
            <a:endParaRPr lang="en-US"/>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47564" y="101614"/>
            <a:ext cx="1763782" cy="706859"/>
          </a:xfrm>
          <a:prstGeom prst="rect">
            <a:avLst/>
          </a:prstGeom>
        </p:spPr>
      </p:pic>
      <p:sp>
        <p:nvSpPr>
          <p:cNvPr id="5" name="Google Shape;125;p30"/>
          <p:cNvSpPr txBox="1"/>
          <p:nvPr userDrawn="1"/>
        </p:nvSpPr>
        <p:spPr>
          <a:xfrm>
            <a:off x="312977" y="5638292"/>
            <a:ext cx="2976876" cy="1122738"/>
          </a:xfrm>
          <a:prstGeom prst="rect">
            <a:avLst/>
          </a:prstGeom>
          <a:noFill/>
          <a:ln>
            <a:noFill/>
          </a:ln>
        </p:spPr>
        <p:txBody>
          <a:bodyPr spcFirstLastPara="1" wrap="square" lIns="0" tIns="14600" rIns="0" bIns="0" anchor="t" anchorCtr="0">
            <a:spAutoFit/>
          </a:bodyPr>
          <a:lstStyle/>
          <a:p>
            <a:pPr marL="12700" marR="0" lvl="0" indent="0" algn="l" rtl="0">
              <a:spcBef>
                <a:spcPts val="0"/>
              </a:spcBef>
              <a:spcAft>
                <a:spcPts val="0"/>
              </a:spcAft>
              <a:buNone/>
            </a:pPr>
            <a:r>
              <a:rPr lang="en-US" sz="7200" spc="600" dirty="0">
                <a:solidFill>
                  <a:schemeClr val="bg1">
                    <a:lumMod val="95000"/>
                  </a:schemeClr>
                </a:solidFill>
                <a:latin typeface="Glacial Indifference" pitchFamily="2" charset="0"/>
                <a:ea typeface="Roboto"/>
                <a:cs typeface="Roboto"/>
                <a:sym typeface="Roboto"/>
              </a:rPr>
              <a:t>E 2 E</a:t>
            </a:r>
            <a:endParaRPr sz="7200" spc="600" dirty="0">
              <a:solidFill>
                <a:schemeClr val="bg1">
                  <a:lumMod val="95000"/>
                </a:schemeClr>
              </a:solidFill>
              <a:latin typeface="Glacial Indifference" pitchFamily="2" charset="0"/>
              <a:ea typeface="Roboto"/>
              <a:cs typeface="Roboto"/>
              <a:sym typeface="Roboto"/>
            </a:endParaRPr>
          </a:p>
        </p:txBody>
      </p:sp>
    </p:spTree>
  </p:cSld>
  <p:clrMapOvr>
    <a:masterClrMapping/>
  </p:clrMapOvr>
  <p:transition spd="slow">
    <p:cove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lide 05">
    <p:spTree>
      <p:nvGrpSpPr>
        <p:cNvPr id="1" name=""/>
        <p:cNvGrpSpPr/>
        <p:nvPr/>
      </p:nvGrpSpPr>
      <p:grpSpPr>
        <a:xfrm>
          <a:off x="0" y="0"/>
          <a:ext cx="0" cy="0"/>
          <a:chOff x="0" y="0"/>
          <a:chExt cx="0" cy="0"/>
        </a:xfrm>
      </p:grpSpPr>
      <p:sp>
        <p:nvSpPr>
          <p:cNvPr id="7" name="Picture Placeholder 8"/>
          <p:cNvSpPr>
            <a:spLocks noGrp="1"/>
          </p:cNvSpPr>
          <p:nvPr>
            <p:ph type="pic" sz="quarter" idx="10"/>
          </p:nvPr>
        </p:nvSpPr>
        <p:spPr>
          <a:xfrm>
            <a:off x="0" y="1600201"/>
            <a:ext cx="12192000" cy="2680636"/>
          </a:xfrm>
          <a:prstGeom prst="round2SameRect">
            <a:avLst>
              <a:gd name="adj1" fmla="val 0"/>
              <a:gd name="adj2" fmla="val 0"/>
            </a:avLst>
          </a:prstGeom>
          <a:pattFill prst="pct5">
            <a:fgClr>
              <a:schemeClr val="accent1"/>
            </a:fgClr>
            <a:bgClr>
              <a:schemeClr val="bg1"/>
            </a:bgClr>
          </a:pattFill>
        </p:spPr>
        <p:txBody>
          <a:bodyPr/>
          <a:lstStyle/>
          <a:p>
            <a:endParaRPr lang="en-US"/>
          </a:p>
        </p:txBody>
      </p:sp>
      <p:pic>
        <p:nvPicPr>
          <p:cNvPr id="5" name="Picture 4" descr="A black background with white text&#10;&#10;AI-generated content may be incorrect."/>
          <p:cNvPicPr>
            <a:picLocks noChangeAspect="1"/>
          </p:cNvPicPr>
          <p:nvPr userDrawn="1"/>
        </p:nvPicPr>
        <p:blipFill>
          <a:blip r:embed="rId2"/>
          <a:stretch>
            <a:fillRect/>
          </a:stretch>
        </p:blipFill>
        <p:spPr>
          <a:xfrm>
            <a:off x="10152263" y="96970"/>
            <a:ext cx="1760684" cy="706860"/>
          </a:xfrm>
          <a:prstGeom prst="rect">
            <a:avLst/>
          </a:prstGeom>
        </p:spPr>
      </p:pic>
      <p:sp>
        <p:nvSpPr>
          <p:cNvPr id="8" name="Google Shape;125;p30"/>
          <p:cNvSpPr txBox="1"/>
          <p:nvPr userDrawn="1"/>
        </p:nvSpPr>
        <p:spPr>
          <a:xfrm>
            <a:off x="312977" y="5638292"/>
            <a:ext cx="2976876" cy="1122738"/>
          </a:xfrm>
          <a:prstGeom prst="rect">
            <a:avLst/>
          </a:prstGeom>
          <a:noFill/>
          <a:ln>
            <a:noFill/>
          </a:ln>
        </p:spPr>
        <p:txBody>
          <a:bodyPr spcFirstLastPara="1" wrap="square" lIns="0" tIns="14600" rIns="0" bIns="0" anchor="t" anchorCtr="0">
            <a:spAutoFit/>
          </a:bodyPr>
          <a:lstStyle/>
          <a:p>
            <a:pPr marL="12700" marR="0" lvl="0" indent="0" algn="l" rtl="0">
              <a:spcBef>
                <a:spcPts val="0"/>
              </a:spcBef>
              <a:spcAft>
                <a:spcPts val="0"/>
              </a:spcAft>
              <a:buNone/>
            </a:pPr>
            <a:r>
              <a:rPr lang="en-US" sz="7200" spc="600" dirty="0">
                <a:solidFill>
                  <a:schemeClr val="bg1">
                    <a:lumMod val="95000"/>
                  </a:schemeClr>
                </a:solidFill>
                <a:latin typeface="Glacial Indifference" pitchFamily="2" charset="0"/>
                <a:ea typeface="Roboto"/>
                <a:cs typeface="Roboto"/>
                <a:sym typeface="Roboto"/>
              </a:rPr>
              <a:t>E 2 E</a:t>
            </a:r>
            <a:endParaRPr sz="7200" spc="600" dirty="0">
              <a:solidFill>
                <a:schemeClr val="bg1">
                  <a:lumMod val="95000"/>
                </a:schemeClr>
              </a:solidFill>
              <a:latin typeface="Glacial Indifference" pitchFamily="2" charset="0"/>
              <a:ea typeface="Roboto"/>
              <a:cs typeface="Roboto"/>
              <a:sym typeface="Roboto"/>
            </a:endParaRPr>
          </a:p>
        </p:txBody>
      </p:sp>
    </p:spTree>
  </p:cSld>
  <p:clrMapOvr>
    <a:masterClrMapping/>
  </p:clrMapOvr>
  <p:transition spd="slow">
    <p:cove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lide 06">
    <p:spTree>
      <p:nvGrpSpPr>
        <p:cNvPr id="1" name=""/>
        <p:cNvGrpSpPr/>
        <p:nvPr/>
      </p:nvGrpSpPr>
      <p:grpSpPr>
        <a:xfrm>
          <a:off x="0" y="0"/>
          <a:ext cx="0" cy="0"/>
          <a:chOff x="0" y="0"/>
          <a:chExt cx="0" cy="0"/>
        </a:xfrm>
      </p:grpSpPr>
      <p:sp>
        <p:nvSpPr>
          <p:cNvPr id="6" name="Picture Placeholder 8"/>
          <p:cNvSpPr>
            <a:spLocks noGrp="1"/>
          </p:cNvSpPr>
          <p:nvPr>
            <p:ph type="pic" sz="quarter" idx="10"/>
          </p:nvPr>
        </p:nvSpPr>
        <p:spPr>
          <a:xfrm>
            <a:off x="312977" y="2020452"/>
            <a:ext cx="6250430" cy="3177713"/>
          </a:xfrm>
          <a:prstGeom prst="round2SameRect">
            <a:avLst>
              <a:gd name="adj1" fmla="val 6096"/>
              <a:gd name="adj2" fmla="val 0"/>
            </a:avLst>
          </a:prstGeom>
          <a:pattFill prst="pct5">
            <a:fgClr>
              <a:schemeClr val="accent1"/>
            </a:fgClr>
            <a:bgClr>
              <a:schemeClr val="bg1"/>
            </a:bgClr>
          </a:pattFill>
        </p:spPr>
        <p:txBody>
          <a:bodyPr/>
          <a:lstStyle/>
          <a:p>
            <a:endParaRPr lang="en-US"/>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47564" y="101614"/>
            <a:ext cx="1763782" cy="706859"/>
          </a:xfrm>
          <a:prstGeom prst="rect">
            <a:avLst/>
          </a:prstGeom>
        </p:spPr>
      </p:pic>
      <p:sp>
        <p:nvSpPr>
          <p:cNvPr id="5" name="Google Shape;125;p30"/>
          <p:cNvSpPr txBox="1"/>
          <p:nvPr userDrawn="1"/>
        </p:nvSpPr>
        <p:spPr>
          <a:xfrm>
            <a:off x="312977" y="5638292"/>
            <a:ext cx="2976876" cy="1122738"/>
          </a:xfrm>
          <a:prstGeom prst="rect">
            <a:avLst/>
          </a:prstGeom>
          <a:noFill/>
          <a:ln>
            <a:noFill/>
          </a:ln>
        </p:spPr>
        <p:txBody>
          <a:bodyPr spcFirstLastPara="1" wrap="square" lIns="0" tIns="14600" rIns="0" bIns="0" anchor="t" anchorCtr="0">
            <a:spAutoFit/>
          </a:bodyPr>
          <a:lstStyle/>
          <a:p>
            <a:pPr marL="12700" marR="0" lvl="0" indent="0" algn="l" rtl="0">
              <a:spcBef>
                <a:spcPts val="0"/>
              </a:spcBef>
              <a:spcAft>
                <a:spcPts val="0"/>
              </a:spcAft>
              <a:buNone/>
            </a:pPr>
            <a:r>
              <a:rPr lang="en-US" sz="7200" spc="600" dirty="0">
                <a:solidFill>
                  <a:schemeClr val="bg1">
                    <a:lumMod val="95000"/>
                  </a:schemeClr>
                </a:solidFill>
                <a:latin typeface="Glacial Indifference" pitchFamily="2" charset="0"/>
                <a:ea typeface="Roboto"/>
                <a:cs typeface="Roboto"/>
                <a:sym typeface="Roboto"/>
              </a:rPr>
              <a:t>E 2 E</a:t>
            </a:r>
            <a:endParaRPr sz="7200" spc="600" dirty="0">
              <a:solidFill>
                <a:schemeClr val="bg1">
                  <a:lumMod val="95000"/>
                </a:schemeClr>
              </a:solidFill>
              <a:latin typeface="Glacial Indifference" pitchFamily="2" charset="0"/>
              <a:ea typeface="Roboto"/>
              <a:cs typeface="Roboto"/>
              <a:sym typeface="Roboto"/>
            </a:endParaRPr>
          </a:p>
        </p:txBody>
      </p:sp>
    </p:spTree>
  </p:cSld>
  <p:clrMapOvr>
    <a:masterClrMapping/>
  </p:clrMapOvr>
  <p:transition spd="slow">
    <p:cove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Agenda White">
    <p:bg bwMode="gray">
      <p:bgPr>
        <a:solidFill>
          <a:schemeClr val="bg1"/>
        </a:solidFill>
        <a:effectLst/>
      </p:bgPr>
    </p:bg>
    <p:spTree>
      <p:nvGrpSpPr>
        <p:cNvPr id="1" name=""/>
        <p:cNvGrpSpPr/>
        <p:nvPr/>
      </p:nvGrpSpPr>
      <p:grpSpPr>
        <a:xfrm>
          <a:off x="0" y="0"/>
          <a:ext cx="0" cy="0"/>
          <a:chOff x="0" y="0"/>
          <a:chExt cx="0" cy="0"/>
        </a:xfrm>
      </p:grpSpPr>
      <p:pic>
        <p:nvPicPr>
          <p:cNvPr id="2050" name="Picture 2" descr="C:\Users\Admin\Downloads\ilovepdf_pages-to-jpg (3)\RU_PPT Template-White Blank (1)_page-0003.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10"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fld>
            <a:endParaRPr lang="en-NZ" dirty="0"/>
          </a:p>
        </p:txBody>
      </p:sp>
      <p:sp>
        <p:nvSpPr>
          <p:cNvPr id="8" name="Title 1"/>
          <p:cNvSpPr>
            <a:spLocks noGrp="1"/>
          </p:cNvSpPr>
          <p:nvPr>
            <p:ph type="title" hasCustomPrompt="1"/>
          </p:nvPr>
        </p:nvSpPr>
        <p:spPr bwMode="gray">
          <a:xfrm>
            <a:off x="695400" y="395786"/>
            <a:ext cx="6211927" cy="838202"/>
          </a:xfrm>
          <a:prstGeom prst="rect">
            <a:avLst/>
          </a:prstGeom>
        </p:spPr>
        <p:txBody>
          <a:bodyPr anchor="ctr" anchorCtr="0">
            <a:noAutofit/>
          </a:bodyPr>
          <a:lstStyle>
            <a:lvl1pPr>
              <a:defRPr sz="2800" cap="all" spc="0" baseline="0">
                <a:solidFill>
                  <a:schemeClr val="tx1">
                    <a:lumMod val="50000"/>
                    <a:lumOff val="50000"/>
                  </a:schemeClr>
                </a:solidFill>
                <a:latin typeface="Roboto Medium" pitchFamily="2" charset="0"/>
                <a:ea typeface="Roboto Medium" pitchFamily="2" charset="0"/>
                <a:cs typeface="Roboto Medium" pitchFamily="2" charset="0"/>
              </a:defRPr>
            </a:lvl1pPr>
          </a:lstStyle>
          <a:p>
            <a:r>
              <a:rPr lang="en-US" dirty="0"/>
              <a:t>Agenda</a:t>
            </a:r>
            <a:endParaRPr lang="en-US" dirty="0"/>
          </a:p>
        </p:txBody>
      </p:sp>
      <p:sp>
        <p:nvSpPr>
          <p:cNvPr id="11" name="Text Placeholder 2"/>
          <p:cNvSpPr>
            <a:spLocks noGrp="1"/>
          </p:cNvSpPr>
          <p:nvPr>
            <p:ph type="body" sz="quarter" idx="17"/>
          </p:nvPr>
        </p:nvSpPr>
        <p:spPr>
          <a:xfrm>
            <a:off x="695400" y="1773936"/>
            <a:ext cx="10801201" cy="4320480"/>
          </a:xfrm>
          <a:prstGeom prst="rect">
            <a:avLst/>
          </a:prstGeom>
        </p:spPr>
        <p:txBody>
          <a:bodyPr/>
          <a:lstStyle>
            <a:lvl1pPr marL="457200" indent="-457200">
              <a:spcBef>
                <a:spcPts val="0"/>
              </a:spcBef>
              <a:spcAft>
                <a:spcPts val="1400"/>
              </a:spcAft>
              <a:buFont typeface="+mj-lt"/>
              <a:buAutoNum type="arabicPeriod"/>
              <a:defRPr sz="2400">
                <a:solidFill>
                  <a:schemeClr val="tx1">
                    <a:lumMod val="50000"/>
                    <a:lumOff val="50000"/>
                  </a:schemeClr>
                </a:solidFill>
                <a:latin typeface="Roboto Medium" pitchFamily="2" charset="0"/>
                <a:ea typeface="Roboto Medium" pitchFamily="2" charset="0"/>
                <a:cs typeface="Roboto Medium" pitchFamily="2" charset="0"/>
              </a:defRPr>
            </a:lvl1pPr>
            <a:lvl2pPr marL="700405" indent="-457200">
              <a:spcBef>
                <a:spcPts val="0"/>
              </a:spcBef>
              <a:spcAft>
                <a:spcPts val="1400"/>
              </a:spcAft>
              <a:buFont typeface="+mj-lt"/>
              <a:buAutoNum type="arabicPeriod"/>
              <a:defRPr sz="2400">
                <a:solidFill>
                  <a:schemeClr val="tx1">
                    <a:lumMod val="50000"/>
                    <a:lumOff val="50000"/>
                  </a:schemeClr>
                </a:solidFill>
                <a:latin typeface="Roboto Medium" pitchFamily="2" charset="0"/>
                <a:ea typeface="Roboto Medium" pitchFamily="2" charset="0"/>
                <a:cs typeface="Roboto Medium" pitchFamily="2" charset="0"/>
              </a:defRPr>
            </a:lvl2pPr>
            <a:lvl3pPr marL="593725" indent="0">
              <a:spcBef>
                <a:spcPts val="0"/>
              </a:spcBef>
              <a:spcAft>
                <a:spcPts val="1400"/>
              </a:spcAft>
              <a:buNone/>
              <a:defRPr sz="2000">
                <a:solidFill>
                  <a:schemeClr val="bg1"/>
                </a:solidFill>
              </a:defRPr>
            </a:lvl3pPr>
            <a:lvl4pPr marL="890905" indent="0">
              <a:spcBef>
                <a:spcPts val="0"/>
              </a:spcBef>
              <a:spcAft>
                <a:spcPts val="1400"/>
              </a:spcAft>
              <a:buNone/>
              <a:defRPr sz="1800">
                <a:solidFill>
                  <a:schemeClr val="bg1"/>
                </a:solidFill>
              </a:defRPr>
            </a:lvl4pPr>
            <a:lvl5pPr marL="1093470" indent="0">
              <a:spcBef>
                <a:spcPts val="0"/>
              </a:spcBef>
              <a:spcAft>
                <a:spcPts val="1400"/>
              </a:spcAft>
              <a:buNone/>
              <a:defRPr sz="1800">
                <a:solidFill>
                  <a:schemeClr val="bg1"/>
                </a:solidFill>
              </a:defRPr>
            </a:lvl5pPr>
          </a:lstStyle>
          <a:p>
            <a:pPr lvl="0"/>
            <a:r>
              <a:rPr lang="en-US" dirty="0"/>
              <a:t>Edit Master text styles</a:t>
            </a:r>
            <a:endParaRPr lang="en-US" dirty="0"/>
          </a:p>
          <a:p>
            <a:pPr lvl="1"/>
            <a:endParaRPr lang="en-US" dirty="0"/>
          </a:p>
        </p:txBody>
      </p:sp>
    </p:spTree>
  </p:cSld>
  <p:clrMapOvr>
    <a:masterClrMapping/>
  </p:clrMapOvr>
  <p:transition spd="slow">
    <p:cove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ver White">
    <p:spTree>
      <p:nvGrpSpPr>
        <p:cNvPr id="1" name=""/>
        <p:cNvGrpSpPr/>
        <p:nvPr/>
      </p:nvGrpSpPr>
      <p:grpSpPr>
        <a:xfrm>
          <a:off x="0" y="0"/>
          <a:ext cx="0" cy="0"/>
          <a:chOff x="0" y="0"/>
          <a:chExt cx="0" cy="0"/>
        </a:xfrm>
      </p:grpSpPr>
      <p:pic>
        <p:nvPicPr>
          <p:cNvPr id="10" name="Picture 2" descr="C:\Users\Admin\Downloads\ilovepdf_pages-to-jpg (1)\RU_PPT Template-White Blank_page-0001.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11" name="Rectangle 10"/>
          <p:cNvSpPr/>
          <p:nvPr userDrawn="1"/>
        </p:nvSpPr>
        <p:spPr>
          <a:xfrm>
            <a:off x="685800" y="5880100"/>
            <a:ext cx="3422650" cy="977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8769350" y="5486400"/>
            <a:ext cx="3422650" cy="977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p:cNvGrpSpPr/>
          <p:nvPr userDrawn="1"/>
        </p:nvGrpSpPr>
        <p:grpSpPr>
          <a:xfrm>
            <a:off x="9220200" y="5410200"/>
            <a:ext cx="2601503" cy="1082742"/>
            <a:chOff x="10616154" y="97913"/>
            <a:chExt cx="3619726" cy="1349912"/>
          </a:xfrm>
        </p:grpSpPr>
        <p:pic>
          <p:nvPicPr>
            <p:cNvPr id="14" name="Picture 2" descr="NIRF — SAVEETHA SCHOOL OF MANAGEMENT"/>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27517" t="4377" r="28922" b="7151"/>
            <a:stretch>
              <a:fillRect/>
            </a:stretch>
          </p:blipFill>
          <p:spPr bwMode="auto">
            <a:xfrm>
              <a:off x="12122688" y="97913"/>
              <a:ext cx="843474" cy="59225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Bharath University - Top University In India"/>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0737939" y="182966"/>
              <a:ext cx="1158298" cy="43088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6" descr="CREDISAPP for Ratings - Eloit"/>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3072901" y="114292"/>
              <a:ext cx="1155067" cy="575878"/>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8" descr="MHRD | Innovation Cell - Home"/>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10616154" y="789734"/>
              <a:ext cx="1857797" cy="65809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0" descr="Institution's Innovation Council | MHRD"/>
            <p:cNvPicPr>
              <a:picLocks noChangeAspect="1" noChangeArrowheads="1"/>
            </p:cNvPicPr>
            <p:nvPr userDrawn="1"/>
          </p:nvPicPr>
          <p:blipFill rotWithShape="1">
            <a:blip r:embed="rId7" cstate="print">
              <a:extLst>
                <a:ext uri="{28A0092B-C50C-407E-A947-70E740481C1C}">
                  <a14:useLocalDpi xmlns:a14="http://schemas.microsoft.com/office/drawing/2010/main" val="0"/>
                </a:ext>
              </a:extLst>
            </a:blip>
            <a:srcRect l="8879" t="20721" r="8879" b="24346"/>
            <a:stretch>
              <a:fillRect/>
            </a:stretch>
          </p:blipFill>
          <p:spPr bwMode="auto">
            <a:xfrm>
              <a:off x="12886182" y="774201"/>
              <a:ext cx="1349698" cy="637584"/>
            </a:xfrm>
            <a:prstGeom prst="rect">
              <a:avLst/>
            </a:prstGeom>
            <a:noFill/>
            <a:extLst>
              <a:ext uri="{909E8E84-426E-40DD-AFC4-6F175D3DCCD1}">
                <a14:hiddenFill xmlns:a14="http://schemas.microsoft.com/office/drawing/2010/main">
                  <a:solidFill>
                    <a:srgbClr val="FFFFFF"/>
                  </a:solidFill>
                </a14:hiddenFill>
              </a:ext>
            </a:extLst>
          </p:spPr>
        </p:pic>
      </p:grpSp>
      <p:sp>
        <p:nvSpPr>
          <p:cNvPr id="19" name="Title 1"/>
          <p:cNvSpPr>
            <a:spLocks noGrp="1"/>
          </p:cNvSpPr>
          <p:nvPr>
            <p:ph type="title" hasCustomPrompt="1"/>
          </p:nvPr>
        </p:nvSpPr>
        <p:spPr bwMode="gray">
          <a:xfrm>
            <a:off x="1058553" y="3124200"/>
            <a:ext cx="8421823" cy="1750095"/>
          </a:xfrm>
          <a:prstGeom prst="rect">
            <a:avLst/>
          </a:prstGeom>
        </p:spPr>
        <p:txBody>
          <a:bodyPr anchor="ctr"/>
          <a:lstStyle>
            <a:lvl1pPr>
              <a:defRPr sz="4000" spc="0" baseline="0">
                <a:solidFill>
                  <a:srgbClr val="FF6600"/>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endParaRPr lang="en-NZ" dirty="0"/>
          </a:p>
        </p:txBody>
      </p:sp>
      <p:sp>
        <p:nvSpPr>
          <p:cNvPr id="20" name="Text Placeholder 2"/>
          <p:cNvSpPr>
            <a:spLocks noGrp="1"/>
          </p:cNvSpPr>
          <p:nvPr>
            <p:ph type="body" sz="quarter" idx="10" hasCustomPrompt="1"/>
          </p:nvPr>
        </p:nvSpPr>
        <p:spPr bwMode="gray">
          <a:xfrm>
            <a:off x="1046572" y="5129788"/>
            <a:ext cx="6755716" cy="407987"/>
          </a:xfrm>
          <a:prstGeom prst="rect">
            <a:avLst/>
          </a:prstGeom>
        </p:spPr>
        <p:txBody>
          <a:bodyPr anchor="ctr"/>
          <a:lstStyle>
            <a:lvl1pPr marL="0" marR="0" indent="0" algn="l" defTabSz="914400" rtl="0" eaLnBrk="1" fontAlgn="auto" latinLnBrk="0" hangingPunct="1">
              <a:lnSpc>
                <a:spcPct val="100000"/>
              </a:lnSpc>
              <a:spcBef>
                <a:spcPts val="0"/>
              </a:spcBef>
              <a:spcAft>
                <a:spcPts val="0"/>
              </a:spcAft>
              <a:buClrTx/>
              <a:buSzTx/>
              <a:buFontTx/>
              <a:buNone/>
              <a:defRPr lang="en-NZ" sz="2500" kern="1200" spc="400" baseline="0" dirty="0">
                <a:solidFill>
                  <a:srgbClr val="FF6600"/>
                </a:solidFill>
                <a:latin typeface="Roboto Medium" pitchFamily="2" charset="0"/>
                <a:ea typeface="Roboto Medium" pitchFamily="2" charset="0"/>
                <a:cs typeface="Roboto Medium" pitchFamily="2" charset="0"/>
              </a:defRPr>
            </a:lvl1pPr>
          </a:lstStyle>
          <a:p>
            <a:r>
              <a:rPr lang="en-NZ" dirty="0"/>
              <a:t>Department Name and Division</a:t>
            </a:r>
            <a:endParaRPr lang="en-NZ" dirty="0"/>
          </a:p>
        </p:txBody>
      </p:sp>
    </p:spTree>
  </p:cSld>
  <p:clrMapOvr>
    <a:masterClrMapping/>
  </p:clrMapOvr>
  <p:transition spd="slow">
    <p:cove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ank You Custom Picture">
    <p:bg bwMode="gray">
      <p:bgPr>
        <a:solidFill>
          <a:schemeClr val="bg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bwMode="gray">
          <a:xfrm>
            <a:off x="764976" y="2708920"/>
            <a:ext cx="10515600" cy="1325563"/>
          </a:xfrm>
          <a:prstGeom prst="rect">
            <a:avLst/>
          </a:prstGeom>
        </p:spPr>
        <p:txBody>
          <a:bodyPr lIns="91436" tIns="45718" rIns="91436" bIns="45718" anchor="ctr"/>
          <a:lstStyle>
            <a:lvl1pPr algn="ctr">
              <a:defRPr sz="7800" b="1" i="0" spc="0">
                <a:solidFill>
                  <a:srgbClr val="FF6600"/>
                </a:solidFill>
                <a:latin typeface="Roboto Medium" pitchFamily="2" charset="0"/>
                <a:ea typeface="Roboto Medium" pitchFamily="2" charset="0"/>
                <a:cs typeface="Roboto Medium" pitchFamily="2" charset="0"/>
              </a:defRPr>
            </a:lvl1pPr>
          </a:lstStyle>
          <a:p>
            <a:r>
              <a:rPr lang="en-US" dirty="0"/>
              <a:t>THANK YOU</a:t>
            </a:r>
            <a:endParaRPr lang="en-NZ" dirty="0"/>
          </a:p>
        </p:txBody>
      </p:sp>
      <p:sp>
        <p:nvSpPr>
          <p:cNvPr id="7" name="Picture Placeholder 2"/>
          <p:cNvSpPr>
            <a:spLocks noGrp="1"/>
          </p:cNvSpPr>
          <p:nvPr>
            <p:ph type="pic" sz="quarter" idx="15" hasCustomPrompt="1"/>
          </p:nvPr>
        </p:nvSpPr>
        <p:spPr>
          <a:xfrm>
            <a:off x="0" y="0"/>
            <a:ext cx="12192000" cy="6858000"/>
          </a:xfrm>
          <a:prstGeom prst="rect">
            <a:avLst/>
          </a:prstGeom>
        </p:spPr>
        <p:txBody>
          <a:bodyPr/>
          <a:lstStyle>
            <a:lvl1pPr>
              <a:defRPr b="0" i="0" baseline="0">
                <a:latin typeface="Roboto Medium" pitchFamily="2" charset="0"/>
                <a:ea typeface="Roboto Medium" pitchFamily="2" charset="0"/>
              </a:defRPr>
            </a:lvl1pPr>
          </a:lstStyle>
          <a:p>
            <a:r>
              <a:rPr lang="en-US" dirty="0"/>
              <a:t>Click icon to add image</a:t>
            </a:r>
            <a:endParaRPr lang="en-US" dirty="0"/>
          </a:p>
        </p:txBody>
      </p:sp>
      <p:pic>
        <p:nvPicPr>
          <p:cNvPr id="8" name="Picture 7"/>
          <p:cNvPicPr>
            <a:picLocks noChangeAspect="1"/>
          </p:cNvPicPr>
          <p:nvPr userDrawn="1"/>
        </p:nvPicPr>
        <p:blipFill>
          <a:blip r:embed="rId2" cstate="print"/>
          <a:stretch>
            <a:fillRect/>
          </a:stretch>
        </p:blipFill>
        <p:spPr>
          <a:xfrm>
            <a:off x="515352" y="6384910"/>
            <a:ext cx="812480" cy="142503"/>
          </a:xfrm>
          <a:prstGeom prst="rect">
            <a:avLst/>
          </a:prstGeom>
        </p:spPr>
      </p:pic>
      <p:pic>
        <p:nvPicPr>
          <p:cNvPr id="11" name="Picture 3" descr="C:\Users\Admin\Downloads\ilovepdf_pages-to-jpg (3)\RU_PPT Template-White Blank (1)_page-0001.jpg"/>
          <p:cNvPicPr>
            <a:picLocks noChangeAspect="1" noChangeArrowheads="1"/>
          </p:cNvPicPr>
          <p:nvPr userDrawn="1"/>
        </p:nvPicPr>
        <p:blipFill>
          <a:blip r:embed="rId3"/>
          <a:srcRect l="6250" t="83342" b="3324"/>
          <a:stretch>
            <a:fillRect/>
          </a:stretch>
        </p:blipFill>
        <p:spPr bwMode="auto">
          <a:xfrm>
            <a:off x="726141" y="5867400"/>
            <a:ext cx="11430000" cy="914400"/>
          </a:xfrm>
          <a:prstGeom prst="rect">
            <a:avLst/>
          </a:prstGeom>
          <a:noFill/>
        </p:spPr>
      </p:pic>
    </p:spTree>
  </p:cSld>
  <p:clrMapOvr>
    <a:masterClrMapping/>
  </p:clrMapOvr>
  <p:transition spd="slow">
    <p:cove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09371589-2BDF-CB41-A6E5-57492F945B2E}"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E078F8-F842-FB4B-9F54-E6C983E097A2}" type="slidenum">
              <a:rPr lang="en-US" smtClean="0"/>
            </a:fld>
            <a:endParaRPr lang="en-US"/>
          </a:p>
        </p:txBody>
      </p:sp>
    </p:spTree>
  </p:cSld>
  <p:clrMapOvr>
    <a:masterClrMapping/>
  </p:clrMapOvr>
  <p:transition spd="slow">
    <p:cove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09371589-2BDF-CB41-A6E5-57492F945B2E}"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E078F8-F842-FB4B-9F54-E6C983E097A2}" type="slidenum">
              <a:rPr lang="en-US" smtClean="0"/>
            </a:fld>
            <a:endParaRPr lang="en-US"/>
          </a:p>
        </p:txBody>
      </p:sp>
    </p:spTree>
  </p:cSld>
  <p:clrMapOvr>
    <a:masterClrMapping/>
  </p:clrMapOvr>
  <p:transition spd="slow">
    <p:cove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09371589-2BDF-CB41-A6E5-57492F945B2E}"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E078F8-F842-FB4B-9F54-E6C983E097A2}" type="slidenum">
              <a:rPr lang="en-US" smtClean="0"/>
            </a:fld>
            <a:endParaRPr lang="en-US"/>
          </a:p>
        </p:txBody>
      </p:sp>
    </p:spTree>
  </p:cSld>
  <p:clrMapOvr>
    <a:masterClrMapping/>
  </p:clrMapOvr>
  <p:transition spd="slow">
    <p:cove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09371589-2BDF-CB41-A6E5-57492F945B2E}"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E078F8-F842-FB4B-9F54-E6C983E097A2}" type="slidenum">
              <a:rPr lang="en-US" smtClean="0"/>
            </a:fld>
            <a:endParaRPr lang="en-US"/>
          </a:p>
        </p:txBody>
      </p:sp>
    </p:spTree>
  </p:cSld>
  <p:clrMapOvr>
    <a:masterClrMapping/>
  </p:clrMapOvr>
  <p:transition spd="slow">
    <p:cove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09371589-2BDF-CB41-A6E5-57492F945B2E}"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EE078F8-F842-FB4B-9F54-E6C983E097A2}" type="slidenum">
              <a:rPr lang="en-US" smtClean="0"/>
            </a:fld>
            <a:endParaRPr lang="en-US"/>
          </a:p>
        </p:txBody>
      </p:sp>
    </p:spTree>
  </p:cSld>
  <p:clrMapOvr>
    <a:masterClrMapping/>
  </p:clrMapOvr>
  <p:transition spd="slow">
    <p:cove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09371589-2BDF-CB41-A6E5-57492F945B2E}"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EE078F8-F842-FB4B-9F54-E6C983E097A2}" type="slidenum">
              <a:rPr lang="en-US" smtClean="0"/>
            </a:fld>
            <a:endParaRPr lang="en-US"/>
          </a:p>
        </p:txBody>
      </p:sp>
    </p:spTree>
  </p:cSld>
  <p:clrMapOvr>
    <a:masterClrMapping/>
  </p:clrMapOvr>
  <p:transition spd="slow">
    <p:cove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371589-2BDF-CB41-A6E5-57492F945B2E}"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EE078F8-F842-FB4B-9F54-E6C983E097A2}" type="slidenum">
              <a:rPr lang="en-US" smtClean="0"/>
            </a:fld>
            <a:endParaRPr lang="en-US"/>
          </a:p>
        </p:txBody>
      </p:sp>
    </p:spTree>
  </p:cSld>
  <p:clrMapOvr>
    <a:masterClrMapping/>
  </p:clrMapOvr>
  <p:transition spd="slow">
    <p:cove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09371589-2BDF-CB41-A6E5-57492F945B2E}"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E078F8-F842-FB4B-9F54-E6C983E097A2}" type="slidenum">
              <a:rPr lang="en-US" smtClean="0"/>
            </a:fld>
            <a:endParaRPr lang="en-US"/>
          </a:p>
        </p:txBody>
      </p:sp>
    </p:spTree>
  </p:cSld>
  <p:clrMapOvr>
    <a:masterClrMapping/>
  </p:clrMapOvr>
  <p:transition spd="slow">
    <p:cove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09371589-2BDF-CB41-A6E5-57492F945B2E}"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E078F8-F842-FB4B-9F54-E6C983E097A2}" type="slidenum">
              <a:rPr lang="en-US" smtClean="0"/>
            </a:fld>
            <a:endParaRPr lang="en-US"/>
          </a:p>
        </p:txBody>
      </p:sp>
    </p:spTree>
  </p:cSld>
  <p:clrMapOvr>
    <a:masterClrMapping/>
  </p:clrMapOvr>
  <p:transition spd="slow">
    <p:cove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09371589-2BDF-CB41-A6E5-57492F945B2E}"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E078F8-F842-FB4B-9F54-E6C983E097A2}" type="slidenum">
              <a:rPr lang="en-US" smtClean="0"/>
            </a:fld>
            <a:endParaRPr lang="en-US"/>
          </a:p>
        </p:txBody>
      </p:sp>
    </p:spTree>
  </p:cSld>
  <p:clrMapOvr>
    <a:masterClrMapping/>
  </p:clrMapOvr>
  <p:transition spd="slow">
    <p:cove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09371589-2BDF-CB41-A6E5-57492F945B2E}"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E078F8-F842-FB4B-9F54-E6C983E097A2}" type="slidenum">
              <a:rPr lang="en-US" smtClean="0"/>
            </a:fld>
            <a:endParaRPr lang="en-US"/>
          </a:p>
        </p:txBody>
      </p:sp>
    </p:spTree>
  </p:cSld>
  <p:clrMapOvr>
    <a:masterClrMapping/>
  </p:clrMapOvr>
  <p:transition spd="slow">
    <p:cove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5" name="Picture 4" descr="A black background with white text&#10;&#10;AI-generated content may be incorrect."/>
          <p:cNvPicPr>
            <a:picLocks noChangeAspect="1"/>
          </p:cNvPicPr>
          <p:nvPr userDrawn="1"/>
        </p:nvPicPr>
        <p:blipFill>
          <a:blip r:embed="rId2"/>
          <a:stretch>
            <a:fillRect/>
          </a:stretch>
        </p:blipFill>
        <p:spPr>
          <a:xfrm>
            <a:off x="3964400" y="823238"/>
            <a:ext cx="3980362" cy="1597992"/>
          </a:xfrm>
          <a:prstGeom prst="rect">
            <a:avLst/>
          </a:prstGeom>
        </p:spPr>
      </p:pic>
      <p:sp>
        <p:nvSpPr>
          <p:cNvPr id="6" name="TextBox 5"/>
          <p:cNvSpPr txBox="1"/>
          <p:nvPr userDrawn="1"/>
        </p:nvSpPr>
        <p:spPr>
          <a:xfrm>
            <a:off x="4786733" y="6301409"/>
            <a:ext cx="2335695" cy="369332"/>
          </a:xfrm>
          <a:prstGeom prst="rect">
            <a:avLst/>
          </a:prstGeom>
          <a:noFill/>
        </p:spPr>
        <p:txBody>
          <a:bodyPr wrap="square" rtlCol="0">
            <a:spAutoFit/>
          </a:bodyPr>
          <a:lstStyle/>
          <a:p>
            <a:r>
              <a:rPr lang="en-US" dirty="0">
                <a:solidFill>
                  <a:schemeClr val="bg1"/>
                </a:solidFill>
              </a:rPr>
              <a:t>#EducateToEnterprise</a:t>
            </a:r>
            <a:endParaRPr lang="en-US" dirty="0">
              <a:solidFill>
                <a:schemeClr val="bg1"/>
              </a:solidFill>
            </a:endParaRPr>
          </a:p>
        </p:txBody>
      </p:sp>
      <p:grpSp>
        <p:nvGrpSpPr>
          <p:cNvPr id="7" name="Group 6"/>
          <p:cNvGrpSpPr/>
          <p:nvPr userDrawn="1"/>
        </p:nvGrpSpPr>
        <p:grpSpPr>
          <a:xfrm>
            <a:off x="515936" y="724619"/>
            <a:ext cx="11160127" cy="4589253"/>
            <a:chOff x="515936" y="724619"/>
            <a:chExt cx="11160127" cy="4589253"/>
          </a:xfrm>
        </p:grpSpPr>
        <p:cxnSp>
          <p:nvCxnSpPr>
            <p:cNvPr id="8" name="Straight Connector 7"/>
            <p:cNvCxnSpPr/>
            <p:nvPr/>
          </p:nvCxnSpPr>
          <p:spPr>
            <a:xfrm>
              <a:off x="515938" y="724619"/>
              <a:ext cx="11160125"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515938" y="724619"/>
              <a:ext cx="0" cy="4589253"/>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515936" y="724619"/>
              <a:ext cx="2398143" cy="2398143"/>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cove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Slide 01">
    <p:bg>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7901796" y="1723292"/>
            <a:ext cx="3774266" cy="4679664"/>
          </a:xfrm>
          <a:prstGeom prst="roundRect">
            <a:avLst>
              <a:gd name="adj" fmla="val 3688"/>
            </a:avLst>
          </a:prstGeom>
          <a:pattFill prst="pct5">
            <a:fgClr>
              <a:schemeClr val="accent1"/>
            </a:fgClr>
            <a:bgClr>
              <a:schemeClr val="bg1"/>
            </a:bgClr>
          </a:pattFill>
        </p:spPr>
        <p:txBody>
          <a:bodyPr/>
          <a:lstStyle/>
          <a:p>
            <a:endParaRPr lang="en-US"/>
          </a:p>
        </p:txBody>
      </p:sp>
      <p:cxnSp>
        <p:nvCxnSpPr>
          <p:cNvPr id="2" name="Straight Connector 1"/>
          <p:cNvCxnSpPr/>
          <p:nvPr userDrawn="1"/>
        </p:nvCxnSpPr>
        <p:spPr>
          <a:xfrm>
            <a:off x="515938" y="1376578"/>
            <a:ext cx="421133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A black background with white text&#10;&#10;AI-generated content may be incorrect."/>
          <p:cNvPicPr>
            <a:picLocks noChangeAspect="1"/>
          </p:cNvPicPr>
          <p:nvPr userDrawn="1"/>
        </p:nvPicPr>
        <p:blipFill>
          <a:blip r:embed="rId2"/>
          <a:stretch>
            <a:fillRect/>
          </a:stretch>
        </p:blipFill>
        <p:spPr>
          <a:xfrm>
            <a:off x="10152263" y="96970"/>
            <a:ext cx="1760684" cy="706860"/>
          </a:xfrm>
          <a:prstGeom prst="rect">
            <a:avLst/>
          </a:prstGeom>
        </p:spPr>
      </p:pic>
      <p:sp>
        <p:nvSpPr>
          <p:cNvPr id="8" name="Google Shape;125;p30"/>
          <p:cNvSpPr txBox="1"/>
          <p:nvPr userDrawn="1"/>
        </p:nvSpPr>
        <p:spPr>
          <a:xfrm>
            <a:off x="312977" y="5638292"/>
            <a:ext cx="2976876" cy="1122738"/>
          </a:xfrm>
          <a:prstGeom prst="rect">
            <a:avLst/>
          </a:prstGeom>
          <a:noFill/>
          <a:ln>
            <a:noFill/>
          </a:ln>
        </p:spPr>
        <p:txBody>
          <a:bodyPr spcFirstLastPara="1" wrap="square" lIns="0" tIns="14600" rIns="0" bIns="0" anchor="t" anchorCtr="0">
            <a:spAutoFit/>
          </a:bodyPr>
          <a:lstStyle/>
          <a:p>
            <a:pPr marL="12700" marR="0" lvl="0" indent="0" algn="l" rtl="0">
              <a:spcBef>
                <a:spcPts val="0"/>
              </a:spcBef>
              <a:spcAft>
                <a:spcPts val="0"/>
              </a:spcAft>
              <a:buNone/>
            </a:pPr>
            <a:r>
              <a:rPr lang="en-US" sz="7200" spc="600" dirty="0">
                <a:solidFill>
                  <a:schemeClr val="bg2">
                    <a:lumMod val="90000"/>
                  </a:schemeClr>
                </a:solidFill>
                <a:latin typeface="Glacial Indifference" pitchFamily="2" charset="0"/>
                <a:ea typeface="Roboto"/>
                <a:cs typeface="Roboto"/>
                <a:sym typeface="Roboto"/>
              </a:rPr>
              <a:t>E 2 E</a:t>
            </a:r>
            <a:endParaRPr sz="7200" spc="600" dirty="0">
              <a:solidFill>
                <a:schemeClr val="bg2">
                  <a:lumMod val="90000"/>
                </a:schemeClr>
              </a:solidFill>
              <a:latin typeface="Glacial Indifference" pitchFamily="2" charset="0"/>
              <a:ea typeface="Roboto"/>
              <a:cs typeface="Roboto"/>
              <a:sym typeface="Roboto"/>
            </a:endParaRPr>
          </a:p>
        </p:txBody>
      </p:sp>
    </p:spTree>
  </p:cSld>
  <p:clrMapOvr>
    <a:masterClrMapping/>
  </p:clrMapOvr>
  <p:transition spd="slow">
    <p:cove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Slide 07">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515937" y="1124743"/>
            <a:ext cx="6295409" cy="3320897"/>
          </a:xfrm>
          <a:prstGeom prst="roundRect">
            <a:avLst>
              <a:gd name="adj" fmla="val 3688"/>
            </a:avLst>
          </a:prstGeom>
          <a:pattFill prst="pct5">
            <a:fgClr>
              <a:schemeClr val="accent1"/>
            </a:fgClr>
            <a:bgClr>
              <a:schemeClr val="bg1"/>
            </a:bgClr>
          </a:pattFill>
        </p:spPr>
        <p:txBody>
          <a:bodyPr/>
          <a:lstStyle/>
          <a:p>
            <a:endParaRPr lang="en-US"/>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47564" y="101614"/>
            <a:ext cx="1763782" cy="706859"/>
          </a:xfrm>
          <a:prstGeom prst="rect">
            <a:avLst/>
          </a:prstGeom>
        </p:spPr>
      </p:pic>
      <p:sp>
        <p:nvSpPr>
          <p:cNvPr id="5" name="Google Shape;125;p30"/>
          <p:cNvSpPr txBox="1"/>
          <p:nvPr userDrawn="1"/>
        </p:nvSpPr>
        <p:spPr>
          <a:xfrm>
            <a:off x="312977" y="5638292"/>
            <a:ext cx="2976876" cy="1122738"/>
          </a:xfrm>
          <a:prstGeom prst="rect">
            <a:avLst/>
          </a:prstGeom>
          <a:noFill/>
          <a:ln>
            <a:noFill/>
          </a:ln>
        </p:spPr>
        <p:txBody>
          <a:bodyPr spcFirstLastPara="1" wrap="square" lIns="0" tIns="14600" rIns="0" bIns="0" anchor="t" anchorCtr="0">
            <a:spAutoFit/>
          </a:bodyPr>
          <a:lstStyle/>
          <a:p>
            <a:pPr marL="12700" marR="0" lvl="0" indent="0" algn="l" rtl="0">
              <a:spcBef>
                <a:spcPts val="0"/>
              </a:spcBef>
              <a:spcAft>
                <a:spcPts val="0"/>
              </a:spcAft>
              <a:buNone/>
            </a:pPr>
            <a:r>
              <a:rPr lang="en-US" sz="7200" spc="600" dirty="0">
                <a:solidFill>
                  <a:schemeClr val="bg1">
                    <a:lumMod val="95000"/>
                  </a:schemeClr>
                </a:solidFill>
                <a:latin typeface="Glacial Indifference" pitchFamily="2" charset="0"/>
                <a:ea typeface="Roboto"/>
                <a:cs typeface="Roboto"/>
                <a:sym typeface="Roboto"/>
              </a:rPr>
              <a:t>E 2 E</a:t>
            </a:r>
            <a:endParaRPr sz="7200" spc="600" dirty="0">
              <a:solidFill>
                <a:schemeClr val="bg1">
                  <a:lumMod val="95000"/>
                </a:schemeClr>
              </a:solidFill>
              <a:latin typeface="Glacial Indifference" pitchFamily="2" charset="0"/>
              <a:ea typeface="Roboto"/>
              <a:cs typeface="Roboto"/>
              <a:sym typeface="Roboto"/>
            </a:endParaRPr>
          </a:p>
        </p:txBody>
      </p:sp>
    </p:spTree>
  </p:cSld>
  <p:clrMapOvr>
    <a:masterClrMapping/>
  </p:clrMapOvr>
  <p:transition spd="slow">
    <p:cove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lide 02">
    <p:spTree>
      <p:nvGrpSpPr>
        <p:cNvPr id="1" name=""/>
        <p:cNvGrpSpPr/>
        <p:nvPr/>
      </p:nvGrpSpPr>
      <p:grpSpPr>
        <a:xfrm>
          <a:off x="0" y="0"/>
          <a:ext cx="0" cy="0"/>
          <a:chOff x="0" y="0"/>
          <a:chExt cx="0" cy="0"/>
        </a:xfrm>
      </p:grpSpPr>
      <p:sp>
        <p:nvSpPr>
          <p:cNvPr id="8" name="Picture Placeholder 8"/>
          <p:cNvSpPr>
            <a:spLocks noGrp="1"/>
          </p:cNvSpPr>
          <p:nvPr>
            <p:ph type="pic" sz="quarter" idx="10"/>
          </p:nvPr>
        </p:nvSpPr>
        <p:spPr>
          <a:xfrm>
            <a:off x="515938" y="624840"/>
            <a:ext cx="4056062" cy="5608320"/>
          </a:xfrm>
          <a:prstGeom prst="roundRect">
            <a:avLst>
              <a:gd name="adj" fmla="val 3688"/>
            </a:avLst>
          </a:prstGeom>
          <a:pattFill prst="pct5">
            <a:fgClr>
              <a:schemeClr val="accent1"/>
            </a:fgClr>
            <a:bgClr>
              <a:schemeClr val="bg1"/>
            </a:bgClr>
          </a:pattFill>
        </p:spPr>
        <p:txBody>
          <a:bodyPr/>
          <a:lstStyle/>
          <a:p>
            <a:endParaRPr lang="en-US"/>
          </a:p>
        </p:txBody>
      </p:sp>
      <p:pic>
        <p:nvPicPr>
          <p:cNvPr id="5" name="Picture 4" descr="A black background with white text&#10;&#10;AI-generated content may be incorrect."/>
          <p:cNvPicPr>
            <a:picLocks noChangeAspect="1"/>
          </p:cNvPicPr>
          <p:nvPr userDrawn="1"/>
        </p:nvPicPr>
        <p:blipFill>
          <a:blip r:embed="rId2"/>
          <a:stretch>
            <a:fillRect/>
          </a:stretch>
        </p:blipFill>
        <p:spPr>
          <a:xfrm>
            <a:off x="10152263" y="96970"/>
            <a:ext cx="1760684" cy="706860"/>
          </a:xfrm>
          <a:prstGeom prst="rect">
            <a:avLst/>
          </a:prstGeom>
        </p:spPr>
      </p:pic>
      <p:sp>
        <p:nvSpPr>
          <p:cNvPr id="7" name="Google Shape;125;p30"/>
          <p:cNvSpPr txBox="1"/>
          <p:nvPr userDrawn="1"/>
        </p:nvSpPr>
        <p:spPr>
          <a:xfrm>
            <a:off x="312977" y="5638292"/>
            <a:ext cx="2976876" cy="1122738"/>
          </a:xfrm>
          <a:prstGeom prst="rect">
            <a:avLst/>
          </a:prstGeom>
          <a:noFill/>
          <a:ln>
            <a:noFill/>
          </a:ln>
        </p:spPr>
        <p:txBody>
          <a:bodyPr spcFirstLastPara="1" wrap="square" lIns="0" tIns="14600" rIns="0" bIns="0" anchor="t" anchorCtr="0">
            <a:spAutoFit/>
          </a:bodyPr>
          <a:lstStyle/>
          <a:p>
            <a:pPr marL="12700" marR="0" lvl="0" indent="0" algn="l" rtl="0">
              <a:spcBef>
                <a:spcPts val="0"/>
              </a:spcBef>
              <a:spcAft>
                <a:spcPts val="0"/>
              </a:spcAft>
              <a:buNone/>
            </a:pPr>
            <a:r>
              <a:rPr lang="en-US" sz="7200" spc="600" dirty="0">
                <a:solidFill>
                  <a:schemeClr val="bg1">
                    <a:lumMod val="95000"/>
                  </a:schemeClr>
                </a:solidFill>
                <a:latin typeface="Glacial Indifference" pitchFamily="2" charset="0"/>
                <a:ea typeface="Roboto"/>
                <a:cs typeface="Roboto"/>
                <a:sym typeface="Roboto"/>
              </a:rPr>
              <a:t>E 2 E</a:t>
            </a:r>
            <a:endParaRPr sz="7200" spc="600" dirty="0">
              <a:solidFill>
                <a:schemeClr val="bg1">
                  <a:lumMod val="95000"/>
                </a:schemeClr>
              </a:solidFill>
              <a:latin typeface="Glacial Indifference" pitchFamily="2" charset="0"/>
              <a:ea typeface="Roboto"/>
              <a:cs typeface="Roboto"/>
              <a:sym typeface="Roboto"/>
            </a:endParaRPr>
          </a:p>
        </p:txBody>
      </p:sp>
    </p:spTree>
  </p:cSld>
  <p:clrMapOvr>
    <a:masterClrMapping/>
  </p:clrMapOvr>
  <p:transition spd="slow">
    <p:cove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lide 03">
    <p:spTree>
      <p:nvGrpSpPr>
        <p:cNvPr id="1" name=""/>
        <p:cNvGrpSpPr/>
        <p:nvPr/>
      </p:nvGrpSpPr>
      <p:grpSpPr>
        <a:xfrm>
          <a:off x="0" y="0"/>
          <a:ext cx="0" cy="0"/>
          <a:chOff x="0" y="0"/>
          <a:chExt cx="0" cy="0"/>
        </a:xfrm>
      </p:grpSpPr>
      <p:sp>
        <p:nvSpPr>
          <p:cNvPr id="11" name="Picture Placeholder 8"/>
          <p:cNvSpPr>
            <a:spLocks noGrp="1"/>
          </p:cNvSpPr>
          <p:nvPr>
            <p:ph type="pic" sz="quarter" idx="10"/>
          </p:nvPr>
        </p:nvSpPr>
        <p:spPr>
          <a:xfrm>
            <a:off x="-281556" y="3019894"/>
            <a:ext cx="4190060" cy="3838106"/>
          </a:xfrm>
          <a:prstGeom prst="round2SameRect">
            <a:avLst>
              <a:gd name="adj1" fmla="val 4464"/>
              <a:gd name="adj2" fmla="val 0"/>
            </a:avLst>
          </a:prstGeom>
          <a:pattFill prst="pct5">
            <a:fgClr>
              <a:schemeClr val="accent1"/>
            </a:fgClr>
            <a:bgClr>
              <a:schemeClr val="bg1"/>
            </a:bgClr>
          </a:pattFill>
        </p:spPr>
        <p:txBody>
          <a:bodyPr/>
          <a:lstStyle/>
          <a:p>
            <a:endParaRPr lang="en-US"/>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47564" y="101614"/>
            <a:ext cx="1763782" cy="706859"/>
          </a:xfrm>
          <a:prstGeom prst="rect">
            <a:avLst/>
          </a:prstGeom>
        </p:spPr>
      </p:pic>
      <p:sp>
        <p:nvSpPr>
          <p:cNvPr id="5" name="Google Shape;125;p30"/>
          <p:cNvSpPr txBox="1"/>
          <p:nvPr userDrawn="1"/>
        </p:nvSpPr>
        <p:spPr>
          <a:xfrm>
            <a:off x="312977" y="5638292"/>
            <a:ext cx="2976876" cy="1122738"/>
          </a:xfrm>
          <a:prstGeom prst="rect">
            <a:avLst/>
          </a:prstGeom>
          <a:noFill/>
          <a:ln>
            <a:noFill/>
          </a:ln>
        </p:spPr>
        <p:txBody>
          <a:bodyPr spcFirstLastPara="1" wrap="square" lIns="0" tIns="14600" rIns="0" bIns="0" anchor="t" anchorCtr="0">
            <a:spAutoFit/>
          </a:bodyPr>
          <a:lstStyle/>
          <a:p>
            <a:pPr marL="12700" marR="0" lvl="0" indent="0" algn="l" rtl="0">
              <a:spcBef>
                <a:spcPts val="0"/>
              </a:spcBef>
              <a:spcAft>
                <a:spcPts val="0"/>
              </a:spcAft>
              <a:buNone/>
            </a:pPr>
            <a:r>
              <a:rPr lang="en-US" sz="7200" spc="600" dirty="0">
                <a:solidFill>
                  <a:schemeClr val="bg1">
                    <a:lumMod val="95000"/>
                  </a:schemeClr>
                </a:solidFill>
                <a:latin typeface="Glacial Indifference" pitchFamily="2" charset="0"/>
                <a:ea typeface="Roboto"/>
                <a:cs typeface="Roboto"/>
                <a:sym typeface="Roboto"/>
              </a:rPr>
              <a:t>E 2 E</a:t>
            </a:r>
            <a:endParaRPr sz="7200" spc="600" dirty="0">
              <a:solidFill>
                <a:schemeClr val="bg1">
                  <a:lumMod val="95000"/>
                </a:schemeClr>
              </a:solidFill>
              <a:latin typeface="Glacial Indifference" pitchFamily="2" charset="0"/>
              <a:ea typeface="Roboto"/>
              <a:cs typeface="Roboto"/>
              <a:sym typeface="Roboto"/>
            </a:endParaRPr>
          </a:p>
        </p:txBody>
      </p:sp>
    </p:spTree>
  </p:cSld>
  <p:clrMapOvr>
    <a:masterClrMapping/>
  </p:clrMapOvr>
  <p:transition spd="slow">
    <p:cove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lide 04">
    <p:spTree>
      <p:nvGrpSpPr>
        <p:cNvPr id="1" name=""/>
        <p:cNvGrpSpPr/>
        <p:nvPr/>
      </p:nvGrpSpPr>
      <p:grpSpPr>
        <a:xfrm>
          <a:off x="0" y="0"/>
          <a:ext cx="0" cy="0"/>
          <a:chOff x="0" y="0"/>
          <a:chExt cx="0" cy="0"/>
        </a:xfrm>
      </p:grpSpPr>
      <p:sp>
        <p:nvSpPr>
          <p:cNvPr id="11" name="Picture Placeholder 8"/>
          <p:cNvSpPr>
            <a:spLocks noGrp="1"/>
          </p:cNvSpPr>
          <p:nvPr>
            <p:ph type="pic" sz="quarter" idx="10"/>
          </p:nvPr>
        </p:nvSpPr>
        <p:spPr>
          <a:xfrm>
            <a:off x="6929621" y="1388526"/>
            <a:ext cx="4746441" cy="4257625"/>
          </a:xfrm>
          <a:prstGeom prst="round2SameRect">
            <a:avLst>
              <a:gd name="adj1" fmla="val 0"/>
              <a:gd name="adj2" fmla="val 0"/>
            </a:avLst>
          </a:prstGeom>
          <a:pattFill prst="pct5">
            <a:fgClr>
              <a:schemeClr val="accent1"/>
            </a:fgClr>
            <a:bgClr>
              <a:schemeClr val="bg1"/>
            </a:bgClr>
          </a:pattFill>
        </p:spPr>
        <p:txBody>
          <a:bodyPr/>
          <a:lstStyle/>
          <a:p>
            <a:endParaRPr lang="en-US"/>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47564" y="101614"/>
            <a:ext cx="1763782" cy="706859"/>
          </a:xfrm>
          <a:prstGeom prst="rect">
            <a:avLst/>
          </a:prstGeom>
        </p:spPr>
      </p:pic>
      <p:sp>
        <p:nvSpPr>
          <p:cNvPr id="5" name="Google Shape;125;p30"/>
          <p:cNvSpPr txBox="1"/>
          <p:nvPr userDrawn="1"/>
        </p:nvSpPr>
        <p:spPr>
          <a:xfrm>
            <a:off x="312977" y="5638292"/>
            <a:ext cx="2976876" cy="1122738"/>
          </a:xfrm>
          <a:prstGeom prst="rect">
            <a:avLst/>
          </a:prstGeom>
          <a:noFill/>
          <a:ln>
            <a:noFill/>
          </a:ln>
        </p:spPr>
        <p:txBody>
          <a:bodyPr spcFirstLastPara="1" wrap="square" lIns="0" tIns="14600" rIns="0" bIns="0" anchor="t" anchorCtr="0">
            <a:spAutoFit/>
          </a:bodyPr>
          <a:lstStyle/>
          <a:p>
            <a:pPr marL="12700" marR="0" lvl="0" indent="0" algn="l" rtl="0">
              <a:spcBef>
                <a:spcPts val="0"/>
              </a:spcBef>
              <a:spcAft>
                <a:spcPts val="0"/>
              </a:spcAft>
              <a:buNone/>
            </a:pPr>
            <a:r>
              <a:rPr lang="en-US" sz="7200" spc="600" dirty="0">
                <a:solidFill>
                  <a:schemeClr val="bg1">
                    <a:lumMod val="95000"/>
                  </a:schemeClr>
                </a:solidFill>
                <a:latin typeface="Glacial Indifference" pitchFamily="2" charset="0"/>
                <a:ea typeface="Roboto"/>
                <a:cs typeface="Roboto"/>
                <a:sym typeface="Roboto"/>
              </a:rPr>
              <a:t>E 2 E</a:t>
            </a:r>
            <a:endParaRPr sz="7200" spc="600" dirty="0">
              <a:solidFill>
                <a:schemeClr val="bg1">
                  <a:lumMod val="95000"/>
                </a:schemeClr>
              </a:solidFill>
              <a:latin typeface="Glacial Indifference" pitchFamily="2" charset="0"/>
              <a:ea typeface="Roboto"/>
              <a:cs typeface="Roboto"/>
              <a:sym typeface="Roboto"/>
            </a:endParaRPr>
          </a:p>
        </p:txBody>
      </p:sp>
    </p:spTree>
  </p:cSld>
  <p:clrMapOvr>
    <a:masterClrMapping/>
  </p:clrMapOvr>
  <p:transition spd="slow">
    <p:cove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lide 05">
    <p:spTree>
      <p:nvGrpSpPr>
        <p:cNvPr id="1" name=""/>
        <p:cNvGrpSpPr/>
        <p:nvPr/>
      </p:nvGrpSpPr>
      <p:grpSpPr>
        <a:xfrm>
          <a:off x="0" y="0"/>
          <a:ext cx="0" cy="0"/>
          <a:chOff x="0" y="0"/>
          <a:chExt cx="0" cy="0"/>
        </a:xfrm>
      </p:grpSpPr>
      <p:sp>
        <p:nvSpPr>
          <p:cNvPr id="7" name="Picture Placeholder 8"/>
          <p:cNvSpPr>
            <a:spLocks noGrp="1"/>
          </p:cNvSpPr>
          <p:nvPr>
            <p:ph type="pic" sz="quarter" idx="10"/>
          </p:nvPr>
        </p:nvSpPr>
        <p:spPr>
          <a:xfrm>
            <a:off x="0" y="1600201"/>
            <a:ext cx="12192000" cy="2680636"/>
          </a:xfrm>
          <a:prstGeom prst="round2SameRect">
            <a:avLst>
              <a:gd name="adj1" fmla="val 0"/>
              <a:gd name="adj2" fmla="val 0"/>
            </a:avLst>
          </a:prstGeom>
          <a:pattFill prst="pct5">
            <a:fgClr>
              <a:schemeClr val="accent1"/>
            </a:fgClr>
            <a:bgClr>
              <a:schemeClr val="bg1"/>
            </a:bgClr>
          </a:pattFill>
        </p:spPr>
        <p:txBody>
          <a:bodyPr/>
          <a:lstStyle/>
          <a:p>
            <a:endParaRPr lang="en-US"/>
          </a:p>
        </p:txBody>
      </p:sp>
      <p:pic>
        <p:nvPicPr>
          <p:cNvPr id="5" name="Picture 4" descr="A black background with white text&#10;&#10;AI-generated content may be incorrect."/>
          <p:cNvPicPr>
            <a:picLocks noChangeAspect="1"/>
          </p:cNvPicPr>
          <p:nvPr userDrawn="1"/>
        </p:nvPicPr>
        <p:blipFill>
          <a:blip r:embed="rId2"/>
          <a:stretch>
            <a:fillRect/>
          </a:stretch>
        </p:blipFill>
        <p:spPr>
          <a:xfrm>
            <a:off x="10152263" y="96970"/>
            <a:ext cx="1760684" cy="706860"/>
          </a:xfrm>
          <a:prstGeom prst="rect">
            <a:avLst/>
          </a:prstGeom>
        </p:spPr>
      </p:pic>
      <p:sp>
        <p:nvSpPr>
          <p:cNvPr id="8" name="Google Shape;125;p30"/>
          <p:cNvSpPr txBox="1"/>
          <p:nvPr userDrawn="1"/>
        </p:nvSpPr>
        <p:spPr>
          <a:xfrm>
            <a:off x="312977" y="5638292"/>
            <a:ext cx="2976876" cy="1122738"/>
          </a:xfrm>
          <a:prstGeom prst="rect">
            <a:avLst/>
          </a:prstGeom>
          <a:noFill/>
          <a:ln>
            <a:noFill/>
          </a:ln>
        </p:spPr>
        <p:txBody>
          <a:bodyPr spcFirstLastPara="1" wrap="square" lIns="0" tIns="14600" rIns="0" bIns="0" anchor="t" anchorCtr="0">
            <a:spAutoFit/>
          </a:bodyPr>
          <a:lstStyle/>
          <a:p>
            <a:pPr marL="12700" marR="0" lvl="0" indent="0" algn="l" rtl="0">
              <a:spcBef>
                <a:spcPts val="0"/>
              </a:spcBef>
              <a:spcAft>
                <a:spcPts val="0"/>
              </a:spcAft>
              <a:buNone/>
            </a:pPr>
            <a:r>
              <a:rPr lang="en-US" sz="7200" spc="600" dirty="0">
                <a:solidFill>
                  <a:schemeClr val="bg1">
                    <a:lumMod val="95000"/>
                  </a:schemeClr>
                </a:solidFill>
                <a:latin typeface="Glacial Indifference" pitchFamily="2" charset="0"/>
                <a:ea typeface="Roboto"/>
                <a:cs typeface="Roboto"/>
                <a:sym typeface="Roboto"/>
              </a:rPr>
              <a:t>E 2 E</a:t>
            </a:r>
            <a:endParaRPr sz="7200" spc="600" dirty="0">
              <a:solidFill>
                <a:schemeClr val="bg1">
                  <a:lumMod val="95000"/>
                </a:schemeClr>
              </a:solidFill>
              <a:latin typeface="Glacial Indifference" pitchFamily="2" charset="0"/>
              <a:ea typeface="Roboto"/>
              <a:cs typeface="Roboto"/>
              <a:sym typeface="Roboto"/>
            </a:endParaRPr>
          </a:p>
        </p:txBody>
      </p:sp>
    </p:spTree>
  </p:cSld>
  <p:clrMapOvr>
    <a:masterClrMapping/>
  </p:clrMapOvr>
  <p:transition spd="slow">
    <p:cove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lide 06">
    <p:spTree>
      <p:nvGrpSpPr>
        <p:cNvPr id="1" name=""/>
        <p:cNvGrpSpPr/>
        <p:nvPr/>
      </p:nvGrpSpPr>
      <p:grpSpPr>
        <a:xfrm>
          <a:off x="0" y="0"/>
          <a:ext cx="0" cy="0"/>
          <a:chOff x="0" y="0"/>
          <a:chExt cx="0" cy="0"/>
        </a:xfrm>
      </p:grpSpPr>
      <p:sp>
        <p:nvSpPr>
          <p:cNvPr id="6" name="Picture Placeholder 8"/>
          <p:cNvSpPr>
            <a:spLocks noGrp="1"/>
          </p:cNvSpPr>
          <p:nvPr>
            <p:ph type="pic" sz="quarter" idx="10"/>
          </p:nvPr>
        </p:nvSpPr>
        <p:spPr>
          <a:xfrm>
            <a:off x="312977" y="2020452"/>
            <a:ext cx="6250430" cy="3177713"/>
          </a:xfrm>
          <a:prstGeom prst="round2SameRect">
            <a:avLst>
              <a:gd name="adj1" fmla="val 6096"/>
              <a:gd name="adj2" fmla="val 0"/>
            </a:avLst>
          </a:prstGeom>
          <a:pattFill prst="pct5">
            <a:fgClr>
              <a:schemeClr val="accent1"/>
            </a:fgClr>
            <a:bgClr>
              <a:schemeClr val="bg1"/>
            </a:bgClr>
          </a:pattFill>
        </p:spPr>
        <p:txBody>
          <a:bodyPr/>
          <a:lstStyle/>
          <a:p>
            <a:endParaRPr lang="en-US"/>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47564" y="101614"/>
            <a:ext cx="1763782" cy="706859"/>
          </a:xfrm>
          <a:prstGeom prst="rect">
            <a:avLst/>
          </a:prstGeom>
        </p:spPr>
      </p:pic>
      <p:sp>
        <p:nvSpPr>
          <p:cNvPr id="5" name="Google Shape;125;p30"/>
          <p:cNvSpPr txBox="1"/>
          <p:nvPr userDrawn="1"/>
        </p:nvSpPr>
        <p:spPr>
          <a:xfrm>
            <a:off x="312977" y="5638292"/>
            <a:ext cx="2976876" cy="1122738"/>
          </a:xfrm>
          <a:prstGeom prst="rect">
            <a:avLst/>
          </a:prstGeom>
          <a:noFill/>
          <a:ln>
            <a:noFill/>
          </a:ln>
        </p:spPr>
        <p:txBody>
          <a:bodyPr spcFirstLastPara="1" wrap="square" lIns="0" tIns="14600" rIns="0" bIns="0" anchor="t" anchorCtr="0">
            <a:spAutoFit/>
          </a:bodyPr>
          <a:lstStyle/>
          <a:p>
            <a:pPr marL="12700" marR="0" lvl="0" indent="0" algn="l" rtl="0">
              <a:spcBef>
                <a:spcPts val="0"/>
              </a:spcBef>
              <a:spcAft>
                <a:spcPts val="0"/>
              </a:spcAft>
              <a:buNone/>
            </a:pPr>
            <a:r>
              <a:rPr lang="en-US" sz="7200" spc="600" dirty="0">
                <a:solidFill>
                  <a:schemeClr val="bg1">
                    <a:lumMod val="95000"/>
                  </a:schemeClr>
                </a:solidFill>
                <a:latin typeface="Glacial Indifference" pitchFamily="2" charset="0"/>
                <a:ea typeface="Roboto"/>
                <a:cs typeface="Roboto"/>
                <a:sym typeface="Roboto"/>
              </a:rPr>
              <a:t>E 2 E</a:t>
            </a:r>
            <a:endParaRPr sz="7200" spc="600" dirty="0">
              <a:solidFill>
                <a:schemeClr val="bg1">
                  <a:lumMod val="95000"/>
                </a:schemeClr>
              </a:solidFill>
              <a:latin typeface="Glacial Indifference" pitchFamily="2" charset="0"/>
              <a:ea typeface="Roboto"/>
              <a:cs typeface="Roboto"/>
              <a:sym typeface="Roboto"/>
            </a:endParaRPr>
          </a:p>
        </p:txBody>
      </p:sp>
    </p:spTree>
  </p:cSld>
  <p:clrMapOvr>
    <a:masterClrMapping/>
  </p:clrMapOvr>
  <p:transition spd="slow">
    <p:cove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Agenda White">
    <p:bg bwMode="gray">
      <p:bgPr>
        <a:solidFill>
          <a:schemeClr val="bg1"/>
        </a:solidFill>
        <a:effectLst/>
      </p:bgPr>
    </p:bg>
    <p:spTree>
      <p:nvGrpSpPr>
        <p:cNvPr id="1" name=""/>
        <p:cNvGrpSpPr/>
        <p:nvPr/>
      </p:nvGrpSpPr>
      <p:grpSpPr>
        <a:xfrm>
          <a:off x="0" y="0"/>
          <a:ext cx="0" cy="0"/>
          <a:chOff x="0" y="0"/>
          <a:chExt cx="0" cy="0"/>
        </a:xfrm>
      </p:grpSpPr>
      <p:pic>
        <p:nvPicPr>
          <p:cNvPr id="2050" name="Picture 2" descr="C:\Users\Admin\Downloads\ilovepdf_pages-to-jpg (3)\RU_PPT Template-White Blank (1)_page-0003.jpg"/>
          <p:cNvPicPr>
            <a:picLocks noChangeAspect="1" noChangeArrowheads="1"/>
          </p:cNvPicPr>
          <p:nvPr userDrawn="1"/>
        </p:nvPicPr>
        <p:blipFill>
          <a:blip r:embed="rId2"/>
          <a:srcRect/>
          <a:stretch>
            <a:fillRect/>
          </a:stretch>
        </p:blipFill>
        <p:spPr bwMode="auto">
          <a:xfrm>
            <a:off x="0" y="0"/>
            <a:ext cx="12192000" cy="6857330"/>
          </a:xfrm>
          <a:prstGeom prst="rect">
            <a:avLst/>
          </a:prstGeom>
          <a:noFill/>
        </p:spPr>
      </p:pic>
      <p:sp>
        <p:nvSpPr>
          <p:cNvPr id="10" name="Slide Number Placeholder 17"/>
          <p:cNvSpPr>
            <a:spLocks noGrp="1"/>
          </p:cNvSpPr>
          <p:nvPr>
            <p:ph type="sldNum" sz="quarter" idx="14"/>
          </p:nvPr>
        </p:nvSpPr>
        <p:spPr bwMode="gray">
          <a:xfrm>
            <a:off x="11367146" y="6096000"/>
            <a:ext cx="596254" cy="365125"/>
          </a:xfrm>
          <a:prstGeom prst="rect">
            <a:avLst/>
          </a:prstGeom>
        </p:spPr>
        <p:txBody>
          <a:bodyPr anchor="ctr"/>
          <a:lstStyle>
            <a:lvl1pPr algn="ctr">
              <a:defRPr sz="1800" b="0" i="0">
                <a:solidFill>
                  <a:schemeClr val="tx1"/>
                </a:solidFill>
                <a:latin typeface="Roboto Medium" pitchFamily="2" charset="0"/>
                <a:ea typeface="Roboto Medium" pitchFamily="2" charset="0"/>
              </a:defRPr>
            </a:lvl1pPr>
          </a:lstStyle>
          <a:p>
            <a:fld id="{45A3C14A-F937-4231-B6F1-40B429FAFB2F}" type="slidenum">
              <a:rPr lang="en-NZ" smtClean="0"/>
            </a:fld>
            <a:endParaRPr lang="en-NZ" dirty="0"/>
          </a:p>
        </p:txBody>
      </p:sp>
      <p:sp>
        <p:nvSpPr>
          <p:cNvPr id="8" name="Title 1"/>
          <p:cNvSpPr>
            <a:spLocks noGrp="1"/>
          </p:cNvSpPr>
          <p:nvPr>
            <p:ph type="title" hasCustomPrompt="1"/>
          </p:nvPr>
        </p:nvSpPr>
        <p:spPr bwMode="gray">
          <a:xfrm>
            <a:off x="695400" y="395786"/>
            <a:ext cx="6211927" cy="838202"/>
          </a:xfrm>
          <a:prstGeom prst="rect">
            <a:avLst/>
          </a:prstGeom>
        </p:spPr>
        <p:txBody>
          <a:bodyPr anchor="ctr" anchorCtr="0">
            <a:noAutofit/>
          </a:bodyPr>
          <a:lstStyle>
            <a:lvl1pPr>
              <a:defRPr sz="2800" cap="all" spc="0" baseline="0">
                <a:solidFill>
                  <a:schemeClr val="tx1">
                    <a:lumMod val="50000"/>
                    <a:lumOff val="50000"/>
                  </a:schemeClr>
                </a:solidFill>
                <a:latin typeface="Roboto Medium" pitchFamily="2" charset="0"/>
                <a:ea typeface="Roboto Medium" pitchFamily="2" charset="0"/>
                <a:cs typeface="Roboto Medium" pitchFamily="2" charset="0"/>
              </a:defRPr>
            </a:lvl1pPr>
          </a:lstStyle>
          <a:p>
            <a:r>
              <a:rPr lang="en-US" dirty="0"/>
              <a:t>Agenda</a:t>
            </a:r>
            <a:endParaRPr lang="en-US" dirty="0"/>
          </a:p>
        </p:txBody>
      </p:sp>
      <p:sp>
        <p:nvSpPr>
          <p:cNvPr id="11" name="Text Placeholder 2"/>
          <p:cNvSpPr>
            <a:spLocks noGrp="1"/>
          </p:cNvSpPr>
          <p:nvPr>
            <p:ph type="body" sz="quarter" idx="17"/>
          </p:nvPr>
        </p:nvSpPr>
        <p:spPr>
          <a:xfrm>
            <a:off x="695400" y="1773936"/>
            <a:ext cx="10801201" cy="4320480"/>
          </a:xfrm>
          <a:prstGeom prst="rect">
            <a:avLst/>
          </a:prstGeom>
        </p:spPr>
        <p:txBody>
          <a:bodyPr/>
          <a:lstStyle>
            <a:lvl1pPr marL="457200" indent="-457200">
              <a:spcBef>
                <a:spcPts val="0"/>
              </a:spcBef>
              <a:spcAft>
                <a:spcPts val="1400"/>
              </a:spcAft>
              <a:buFont typeface="+mj-lt"/>
              <a:buAutoNum type="arabicPeriod"/>
              <a:defRPr sz="2400">
                <a:solidFill>
                  <a:schemeClr val="tx1">
                    <a:lumMod val="50000"/>
                    <a:lumOff val="50000"/>
                  </a:schemeClr>
                </a:solidFill>
                <a:latin typeface="Roboto Medium" pitchFamily="2" charset="0"/>
                <a:ea typeface="Roboto Medium" pitchFamily="2" charset="0"/>
                <a:cs typeface="Roboto Medium" pitchFamily="2" charset="0"/>
              </a:defRPr>
            </a:lvl1pPr>
            <a:lvl2pPr marL="700405" indent="-457200">
              <a:spcBef>
                <a:spcPts val="0"/>
              </a:spcBef>
              <a:spcAft>
                <a:spcPts val="1400"/>
              </a:spcAft>
              <a:buFont typeface="+mj-lt"/>
              <a:buAutoNum type="arabicPeriod"/>
              <a:defRPr sz="2400">
                <a:solidFill>
                  <a:schemeClr val="tx1">
                    <a:lumMod val="50000"/>
                    <a:lumOff val="50000"/>
                  </a:schemeClr>
                </a:solidFill>
                <a:latin typeface="Roboto Medium" pitchFamily="2" charset="0"/>
                <a:ea typeface="Roboto Medium" pitchFamily="2" charset="0"/>
                <a:cs typeface="Roboto Medium" pitchFamily="2" charset="0"/>
              </a:defRPr>
            </a:lvl2pPr>
            <a:lvl3pPr marL="593725" indent="0">
              <a:spcBef>
                <a:spcPts val="0"/>
              </a:spcBef>
              <a:spcAft>
                <a:spcPts val="1400"/>
              </a:spcAft>
              <a:buNone/>
              <a:defRPr sz="2000">
                <a:solidFill>
                  <a:schemeClr val="bg1"/>
                </a:solidFill>
              </a:defRPr>
            </a:lvl3pPr>
            <a:lvl4pPr marL="890905" indent="0">
              <a:spcBef>
                <a:spcPts val="0"/>
              </a:spcBef>
              <a:spcAft>
                <a:spcPts val="1400"/>
              </a:spcAft>
              <a:buNone/>
              <a:defRPr sz="1800">
                <a:solidFill>
                  <a:schemeClr val="bg1"/>
                </a:solidFill>
              </a:defRPr>
            </a:lvl4pPr>
            <a:lvl5pPr marL="1093470" indent="0">
              <a:spcBef>
                <a:spcPts val="0"/>
              </a:spcBef>
              <a:spcAft>
                <a:spcPts val="1400"/>
              </a:spcAft>
              <a:buNone/>
              <a:defRPr sz="1800">
                <a:solidFill>
                  <a:schemeClr val="bg1"/>
                </a:solidFill>
              </a:defRPr>
            </a:lvl5pPr>
          </a:lstStyle>
          <a:p>
            <a:pPr lvl="0"/>
            <a:r>
              <a:rPr lang="en-US" dirty="0"/>
              <a:t>Edit Master text styles</a:t>
            </a:r>
            <a:endParaRPr lang="en-US" dirty="0"/>
          </a:p>
          <a:p>
            <a:pPr lvl="1"/>
            <a:endParaRPr lang="en-US" dirty="0"/>
          </a:p>
        </p:txBody>
      </p:sp>
    </p:spTree>
  </p:cSld>
  <p:clrMapOvr>
    <a:masterClrMapping/>
  </p:clrMapOvr>
  <p:transition spd="slow">
    <p:cove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ver White">
    <p:spTree>
      <p:nvGrpSpPr>
        <p:cNvPr id="1" name=""/>
        <p:cNvGrpSpPr/>
        <p:nvPr/>
      </p:nvGrpSpPr>
      <p:grpSpPr>
        <a:xfrm>
          <a:off x="0" y="0"/>
          <a:ext cx="0" cy="0"/>
          <a:chOff x="0" y="0"/>
          <a:chExt cx="0" cy="0"/>
        </a:xfrm>
      </p:grpSpPr>
      <p:pic>
        <p:nvPicPr>
          <p:cNvPr id="10" name="Picture 2" descr="C:\Users\Admin\Downloads\ilovepdf_pages-to-jpg (1)\RU_PPT Template-White Blank_page-0001.jpg"/>
          <p:cNvPicPr>
            <a:picLocks noChangeAspect="1" noChangeArrowheads="1"/>
          </p:cNvPicPr>
          <p:nvPr userDrawn="1"/>
        </p:nvPicPr>
        <p:blipFill>
          <a:blip r:embed="rId2"/>
          <a:srcRect/>
          <a:stretch>
            <a:fillRect/>
          </a:stretch>
        </p:blipFill>
        <p:spPr bwMode="auto">
          <a:xfrm>
            <a:off x="-1" y="0"/>
            <a:ext cx="12193191" cy="6858000"/>
          </a:xfrm>
          <a:prstGeom prst="rect">
            <a:avLst/>
          </a:prstGeom>
          <a:noFill/>
        </p:spPr>
      </p:pic>
      <p:sp>
        <p:nvSpPr>
          <p:cNvPr id="11" name="Rectangle 10"/>
          <p:cNvSpPr/>
          <p:nvPr userDrawn="1"/>
        </p:nvSpPr>
        <p:spPr>
          <a:xfrm>
            <a:off x="685800" y="5880100"/>
            <a:ext cx="3422650" cy="977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8769350" y="5486400"/>
            <a:ext cx="3422650" cy="977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p:cNvGrpSpPr/>
          <p:nvPr userDrawn="1"/>
        </p:nvGrpSpPr>
        <p:grpSpPr>
          <a:xfrm>
            <a:off x="9220200" y="5410200"/>
            <a:ext cx="2601503" cy="1082742"/>
            <a:chOff x="10616154" y="97913"/>
            <a:chExt cx="3619726" cy="1349912"/>
          </a:xfrm>
        </p:grpSpPr>
        <p:pic>
          <p:nvPicPr>
            <p:cNvPr id="14" name="Picture 2" descr="NIRF — SAVEETHA SCHOOL OF MANAGEMENT"/>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27517" t="4377" r="28922" b="7151"/>
            <a:stretch>
              <a:fillRect/>
            </a:stretch>
          </p:blipFill>
          <p:spPr bwMode="auto">
            <a:xfrm>
              <a:off x="12122688" y="97913"/>
              <a:ext cx="843474" cy="59225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Bharath University - Top University In India"/>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0737939" y="182966"/>
              <a:ext cx="1158298" cy="43088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6" descr="CREDISAPP for Ratings - Eloit"/>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3072901" y="114292"/>
              <a:ext cx="1155067" cy="575878"/>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8" descr="MHRD | Innovation Cell - Home"/>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10616154" y="789734"/>
              <a:ext cx="1857797" cy="65809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0" descr="Institution's Innovation Council | MHRD"/>
            <p:cNvPicPr>
              <a:picLocks noChangeAspect="1" noChangeArrowheads="1"/>
            </p:cNvPicPr>
            <p:nvPr userDrawn="1"/>
          </p:nvPicPr>
          <p:blipFill rotWithShape="1">
            <a:blip r:embed="rId7" cstate="print">
              <a:extLst>
                <a:ext uri="{28A0092B-C50C-407E-A947-70E740481C1C}">
                  <a14:useLocalDpi xmlns:a14="http://schemas.microsoft.com/office/drawing/2010/main" val="0"/>
                </a:ext>
              </a:extLst>
            </a:blip>
            <a:srcRect l="8879" t="20721" r="8879" b="24346"/>
            <a:stretch>
              <a:fillRect/>
            </a:stretch>
          </p:blipFill>
          <p:spPr bwMode="auto">
            <a:xfrm>
              <a:off x="12886182" y="774201"/>
              <a:ext cx="1349698" cy="637584"/>
            </a:xfrm>
            <a:prstGeom prst="rect">
              <a:avLst/>
            </a:prstGeom>
            <a:noFill/>
            <a:extLst>
              <a:ext uri="{909E8E84-426E-40DD-AFC4-6F175D3DCCD1}">
                <a14:hiddenFill xmlns:a14="http://schemas.microsoft.com/office/drawing/2010/main">
                  <a:solidFill>
                    <a:srgbClr val="FFFFFF"/>
                  </a:solidFill>
                </a14:hiddenFill>
              </a:ext>
            </a:extLst>
          </p:spPr>
        </p:pic>
      </p:grpSp>
      <p:sp>
        <p:nvSpPr>
          <p:cNvPr id="19" name="Title 1"/>
          <p:cNvSpPr>
            <a:spLocks noGrp="1"/>
          </p:cNvSpPr>
          <p:nvPr>
            <p:ph type="title" hasCustomPrompt="1"/>
          </p:nvPr>
        </p:nvSpPr>
        <p:spPr bwMode="gray">
          <a:xfrm>
            <a:off x="1058553" y="3124200"/>
            <a:ext cx="8421823" cy="1750095"/>
          </a:xfrm>
          <a:prstGeom prst="rect">
            <a:avLst/>
          </a:prstGeom>
        </p:spPr>
        <p:txBody>
          <a:bodyPr anchor="ctr"/>
          <a:lstStyle>
            <a:lvl1pPr>
              <a:defRPr sz="4000" spc="0" baseline="0">
                <a:solidFill>
                  <a:srgbClr val="FF6600"/>
                </a:solidFill>
                <a:latin typeface="Roboto Medium" pitchFamily="2" charset="0"/>
                <a:ea typeface="Roboto Medium" pitchFamily="2" charset="0"/>
                <a:cs typeface="Roboto Medium" pitchFamily="2" charset="0"/>
              </a:defRPr>
            </a:lvl1pPr>
          </a:lstStyle>
          <a:p>
            <a:r>
              <a:rPr lang="en-NZ" dirty="0"/>
              <a:t>TITLE</a:t>
            </a:r>
            <a:br>
              <a:rPr lang="en-NZ" dirty="0"/>
            </a:br>
            <a:r>
              <a:rPr lang="en-NZ" dirty="0"/>
              <a:t>OF </a:t>
            </a:r>
            <a:br>
              <a:rPr lang="en-NZ" dirty="0"/>
            </a:br>
            <a:r>
              <a:rPr lang="en-NZ" dirty="0"/>
              <a:t>PRESENTATION</a:t>
            </a:r>
            <a:endParaRPr lang="en-NZ" dirty="0"/>
          </a:p>
        </p:txBody>
      </p:sp>
      <p:sp>
        <p:nvSpPr>
          <p:cNvPr id="20" name="Text Placeholder 2"/>
          <p:cNvSpPr>
            <a:spLocks noGrp="1"/>
          </p:cNvSpPr>
          <p:nvPr>
            <p:ph type="body" sz="quarter" idx="10" hasCustomPrompt="1"/>
          </p:nvPr>
        </p:nvSpPr>
        <p:spPr bwMode="gray">
          <a:xfrm>
            <a:off x="1046572" y="5129788"/>
            <a:ext cx="6755716" cy="407987"/>
          </a:xfrm>
          <a:prstGeom prst="rect">
            <a:avLst/>
          </a:prstGeom>
        </p:spPr>
        <p:txBody>
          <a:bodyPr anchor="ctr"/>
          <a:lstStyle>
            <a:lvl1pPr marL="0" marR="0" indent="0" algn="l" defTabSz="914400" rtl="0" eaLnBrk="1" fontAlgn="auto" latinLnBrk="0" hangingPunct="1">
              <a:lnSpc>
                <a:spcPct val="100000"/>
              </a:lnSpc>
              <a:spcBef>
                <a:spcPts val="0"/>
              </a:spcBef>
              <a:spcAft>
                <a:spcPts val="0"/>
              </a:spcAft>
              <a:buClrTx/>
              <a:buSzTx/>
              <a:buFontTx/>
              <a:buNone/>
              <a:defRPr lang="en-NZ" sz="2500" kern="1200" spc="400" baseline="0" dirty="0">
                <a:solidFill>
                  <a:srgbClr val="FF6600"/>
                </a:solidFill>
                <a:latin typeface="Roboto Medium" pitchFamily="2" charset="0"/>
                <a:ea typeface="Roboto Medium" pitchFamily="2" charset="0"/>
                <a:cs typeface="Roboto Medium" pitchFamily="2" charset="0"/>
              </a:defRPr>
            </a:lvl1pPr>
          </a:lstStyle>
          <a:p>
            <a:r>
              <a:rPr lang="en-NZ" dirty="0"/>
              <a:t>Department Name and Division</a:t>
            </a:r>
            <a:endParaRPr lang="en-NZ" dirty="0"/>
          </a:p>
        </p:txBody>
      </p:sp>
    </p:spTree>
  </p:cSld>
  <p:clrMapOvr>
    <a:masterClrMapping/>
  </p:clrMapOvr>
  <p:transition spd="slow">
    <p:cove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3" Type="http://schemas.openxmlformats.org/officeDocument/2006/relationships/theme" Target="../theme/theme1.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2" Type="http://schemas.openxmlformats.org/officeDocument/2006/relationships/theme" Target="../theme/theme2.xml"/><Relationship Id="rId21" Type="http://schemas.openxmlformats.org/officeDocument/2006/relationships/slideLayout" Target="../slideLayouts/slideLayout43.xml"/><Relationship Id="rId20" Type="http://schemas.openxmlformats.org/officeDocument/2006/relationships/slideLayout" Target="../slideLayouts/slideLayout42.xml"/><Relationship Id="rId2" Type="http://schemas.openxmlformats.org/officeDocument/2006/relationships/slideLayout" Target="../slideLayouts/slideLayout24.xml"/><Relationship Id="rId19" Type="http://schemas.openxmlformats.org/officeDocument/2006/relationships/slideLayout" Target="../slideLayouts/slideLayout41.xml"/><Relationship Id="rId18" Type="http://schemas.openxmlformats.org/officeDocument/2006/relationships/slideLayout" Target="../slideLayouts/slideLayout40.xml"/><Relationship Id="rId17" Type="http://schemas.openxmlformats.org/officeDocument/2006/relationships/slideLayout" Target="../slideLayouts/slideLayout39.xml"/><Relationship Id="rId16" Type="http://schemas.openxmlformats.org/officeDocument/2006/relationships/slideLayout" Target="../slideLayouts/slideLayout38.xml"/><Relationship Id="rId15" Type="http://schemas.openxmlformats.org/officeDocument/2006/relationships/slideLayout" Target="../slideLayouts/slideLayout37.xml"/><Relationship Id="rId14" Type="http://schemas.openxmlformats.org/officeDocument/2006/relationships/slideLayout" Target="../slideLayouts/slideLayout36.xml"/><Relationship Id="rId13" Type="http://schemas.openxmlformats.org/officeDocument/2006/relationships/slideLayout" Target="../slideLayouts/slideLayout35.xml"/><Relationship Id="rId12" Type="http://schemas.openxmlformats.org/officeDocument/2006/relationships/slideLayout" Target="../slideLayouts/slideLayout34.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9371589-2BDF-CB41-A6E5-57492F945B2E}"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EE078F8-F842-FB4B-9F54-E6C983E097A2}"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transition spd="slow">
    <p:cover/>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9371589-2BDF-CB41-A6E5-57492F945B2E}"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EE078F8-F842-FB4B-9F54-E6C983E097A2}"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 id="2147483688" r:id="rId17"/>
    <p:sldLayoutId id="2147483689" r:id="rId18"/>
    <p:sldLayoutId id="2147483690" r:id="rId19"/>
    <p:sldLayoutId id="2147483691" r:id="rId20"/>
    <p:sldLayoutId id="2147483692" r:id="rId21"/>
  </p:sldLayoutIdLst>
  <p:transition spd="slow">
    <p:cover/>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1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14.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3505200"/>
            <a:ext cx="9067800" cy="997766"/>
          </a:xfrm>
        </p:spPr>
        <p:txBody>
          <a:bodyPr/>
          <a:lstStyle/>
          <a:p>
            <a:r>
              <a:rPr lang="en-US" dirty="0"/>
              <a:t>         Minor Project – IA1</a:t>
            </a:r>
            <a:br>
              <a:rPr lang="en-US" dirty="0"/>
            </a:br>
            <a:r>
              <a:rPr lang="en-US" dirty="0"/>
              <a:t>   </a:t>
            </a:r>
            <a:r>
              <a:rPr lang="en-US" sz="3000" dirty="0"/>
              <a:t>Master of </a:t>
            </a:r>
            <a:r>
              <a:rPr lang="en-US" sz="3000" dirty="0" smtClean="0"/>
              <a:t>Computer Applications- MCA</a:t>
            </a:r>
            <a:br>
              <a:rPr lang="en-US" sz="3000" dirty="0"/>
            </a:br>
            <a:br>
              <a:rPr lang="en-US" sz="3000" dirty="0"/>
            </a:br>
            <a:r>
              <a:rPr lang="en-US" sz="3000" dirty="0"/>
              <a:t>    III Semester – </a:t>
            </a:r>
            <a:r>
              <a:rPr lang="en-US" sz="3000" dirty="0" smtClean="0"/>
              <a:t>2025</a:t>
            </a:r>
            <a:br>
              <a:rPr lang="en-US" dirty="0"/>
            </a:br>
            <a:r>
              <a:rPr lang="en-US" dirty="0"/>
              <a:t>       </a:t>
            </a:r>
            <a:endParaRPr lang="en-US" dirty="0"/>
          </a:p>
        </p:txBody>
      </p:sp>
      <p:sp>
        <p:nvSpPr>
          <p:cNvPr id="3" name="Text Placeholder 2"/>
          <p:cNvSpPr>
            <a:spLocks noGrp="1"/>
          </p:cNvSpPr>
          <p:nvPr>
            <p:ph type="body" sz="quarter" idx="10"/>
          </p:nvPr>
        </p:nvSpPr>
        <p:spPr>
          <a:xfrm>
            <a:off x="228600" y="5334000"/>
            <a:ext cx="9448800" cy="990600"/>
          </a:xfrm>
        </p:spPr>
        <p:txBody>
          <a:bodyPr/>
          <a:lstStyle/>
          <a:p>
            <a:r>
              <a:rPr lang="en-US" dirty="0"/>
              <a:t>School of Computer Science and Applications </a:t>
            </a:r>
            <a:endParaRPr lang="en-US" dirty="0"/>
          </a:p>
        </p:txBody>
      </p:sp>
      <p:pic>
        <p:nvPicPr>
          <p:cNvPr id="5" name="Picture 7" descr="C:\Users\Admin\Downloads\Engineering-&amp;-Tech.png"/>
          <p:cNvPicPr>
            <a:picLocks noChangeAspect="1" noChangeArrowheads="1"/>
          </p:cNvPicPr>
          <p:nvPr/>
        </p:nvPicPr>
        <p:blipFill>
          <a:blip r:embed="rId1"/>
          <a:srcRect/>
          <a:stretch>
            <a:fillRect/>
          </a:stretch>
        </p:blipFill>
        <p:spPr bwMode="auto">
          <a:xfrm>
            <a:off x="9601200" y="2959649"/>
            <a:ext cx="1905000" cy="1905000"/>
          </a:xfrm>
          <a:prstGeom prst="rect">
            <a:avLst/>
          </a:prstGeom>
          <a:noFill/>
        </p:spPr>
      </p:pic>
    </p:spTree>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6717" y="3810000"/>
            <a:ext cx="9067800" cy="769166"/>
          </a:xfrm>
        </p:spPr>
        <p:txBody>
          <a:bodyPr/>
          <a:lstStyle/>
          <a:p>
            <a:r>
              <a:rPr lang="en-US" dirty="0"/>
              <a:t>    </a:t>
            </a:r>
            <a:r>
              <a:rPr lang="en-US" altLang="en-US" sz="3200" dirty="0"/>
              <a:t>Multi-class image segmentation using </a:t>
            </a:r>
            <a:br>
              <a:rPr lang="en-US" altLang="en-US" sz="3200" dirty="0"/>
            </a:br>
            <a:r>
              <a:rPr lang="en-US" altLang="en-US" sz="3200" dirty="0"/>
              <a:t>     Deep learning</a:t>
            </a:r>
            <a:br>
              <a:rPr lang="en-US" dirty="0"/>
            </a:br>
            <a:r>
              <a:rPr lang="en-US" dirty="0"/>
              <a:t>   </a:t>
            </a:r>
            <a:br>
              <a:rPr lang="en-US" dirty="0"/>
            </a:br>
            <a:r>
              <a:rPr lang="en-US" dirty="0"/>
              <a:t>       </a:t>
            </a:r>
            <a:endParaRPr lang="en-US" dirty="0"/>
          </a:p>
        </p:txBody>
      </p:sp>
      <p:sp>
        <p:nvSpPr>
          <p:cNvPr id="3" name="Text Placeholder 2"/>
          <p:cNvSpPr>
            <a:spLocks noGrp="1"/>
          </p:cNvSpPr>
          <p:nvPr>
            <p:ph type="body" sz="quarter" idx="10"/>
          </p:nvPr>
        </p:nvSpPr>
        <p:spPr>
          <a:xfrm>
            <a:off x="76200" y="3962400"/>
            <a:ext cx="9576435" cy="2118360"/>
          </a:xfrm>
        </p:spPr>
        <p:txBody>
          <a:bodyPr/>
          <a:lstStyle/>
          <a:p>
            <a:r>
              <a:rPr lang="en-US" b="1" dirty="0"/>
              <a:t>Presented by</a:t>
            </a:r>
            <a:r>
              <a:rPr lang="en-US" dirty="0"/>
              <a:t>: </a:t>
            </a:r>
            <a:r>
              <a:rPr lang="en-US" altLang="en-US" dirty="0"/>
              <a:t>Pranjal Prakash &amp; Shubham Singh</a:t>
            </a:r>
            <a:endParaRPr lang="en-US" altLang="en-US" dirty="0"/>
          </a:p>
          <a:p>
            <a:r>
              <a:rPr lang="en-US" b="1" dirty="0"/>
              <a:t>Under the Guidance of</a:t>
            </a:r>
            <a:r>
              <a:rPr lang="en-US" dirty="0"/>
              <a:t>:  </a:t>
            </a:r>
            <a:r>
              <a:rPr lang="en-US" altLang="en-US" dirty="0"/>
              <a:t>Prof Vinay G </a:t>
            </a:r>
            <a:endParaRPr lang="en-US" altLang="en-US" dirty="0"/>
          </a:p>
          <a:p>
            <a:r>
              <a:rPr lang="en-US" altLang="en-US" dirty="0"/>
              <a:t>                                   Assistant Professor</a:t>
            </a:r>
            <a:endParaRPr lang="en-US" altLang="en-US" dirty="0"/>
          </a:p>
        </p:txBody>
      </p:sp>
      <p:pic>
        <p:nvPicPr>
          <p:cNvPr id="5" name="Picture 7" descr="C:\Users\Admin\Downloads\Engineering-&amp;-Tech.png"/>
          <p:cNvPicPr>
            <a:picLocks noChangeAspect="1" noChangeArrowheads="1"/>
          </p:cNvPicPr>
          <p:nvPr/>
        </p:nvPicPr>
        <p:blipFill>
          <a:blip r:embed="rId1"/>
          <a:srcRect/>
          <a:stretch>
            <a:fillRect/>
          </a:stretch>
        </p:blipFill>
        <p:spPr bwMode="auto">
          <a:xfrm>
            <a:off x="9601200" y="2959649"/>
            <a:ext cx="1905000" cy="1905000"/>
          </a:xfrm>
          <a:prstGeom prst="rect">
            <a:avLst/>
          </a:prstGeom>
          <a:noFill/>
        </p:spPr>
      </p:pic>
    </p:spTree>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4"/>
          </p:nvPr>
        </p:nvSpPr>
        <p:spPr/>
        <p:txBody>
          <a:bodyPr/>
          <a:lstStyle/>
          <a:p>
            <a:fld id="{45A3C14A-F937-4231-B6F1-40B429FAFB2F}" type="slidenum">
              <a:rPr lang="en-NZ" smtClean="0"/>
            </a:fld>
            <a:endParaRPr lang="en-NZ" dirty="0"/>
          </a:p>
        </p:txBody>
      </p:sp>
      <p:sp>
        <p:nvSpPr>
          <p:cNvPr id="3" name="Title 2"/>
          <p:cNvSpPr>
            <a:spLocks noGrp="1"/>
          </p:cNvSpPr>
          <p:nvPr>
            <p:ph type="title"/>
          </p:nvPr>
        </p:nvSpPr>
        <p:spPr>
          <a:xfrm>
            <a:off x="228600" y="150179"/>
            <a:ext cx="6211927" cy="838202"/>
          </a:xfrm>
        </p:spPr>
        <p:txBody>
          <a:bodyPr/>
          <a:lstStyle/>
          <a:p>
            <a:r>
              <a:rPr lang="en-US" b="1" dirty="0">
                <a:solidFill>
                  <a:srgbClr val="FF0000"/>
                </a:solidFill>
              </a:rPr>
              <a:t>Outline</a:t>
            </a:r>
            <a:endParaRPr lang="en-US" b="1" dirty="0">
              <a:solidFill>
                <a:srgbClr val="FF0000"/>
              </a:solidFill>
            </a:endParaRPr>
          </a:p>
        </p:txBody>
      </p:sp>
      <p:sp>
        <p:nvSpPr>
          <p:cNvPr id="6" name="Content Placeholder 2"/>
          <p:cNvSpPr>
            <a:spLocks noGrp="1"/>
          </p:cNvSpPr>
          <p:nvPr>
            <p:ph type="body" sz="quarter" idx="17"/>
          </p:nvPr>
        </p:nvSpPr>
        <p:spPr>
          <a:xfrm>
            <a:off x="1524000" y="988381"/>
            <a:ext cx="11052326" cy="4724400"/>
          </a:xfrm>
        </p:spPr>
        <p:txBody>
          <a:bodyPr>
            <a:normAutofit fontScale="25000" lnSpcReduction="20000"/>
          </a:bodyPr>
          <a:lstStyle/>
          <a:p>
            <a:pPr>
              <a:lnSpc>
                <a:spcPct val="150000"/>
              </a:lnSpc>
              <a:spcAft>
                <a:spcPts val="600"/>
              </a:spcAft>
            </a:pPr>
            <a:endParaRPr lang="en-US" dirty="0"/>
          </a:p>
          <a:p>
            <a:pPr>
              <a:lnSpc>
                <a:spcPct val="150000"/>
              </a:lnSpc>
              <a:spcAft>
                <a:spcPts val="600"/>
              </a:spcAft>
            </a:pPr>
            <a:r>
              <a:rPr lang="en-US" sz="7200" dirty="0"/>
              <a:t>Abstract </a:t>
            </a:r>
            <a:endParaRPr lang="en-US" sz="7200" dirty="0"/>
          </a:p>
          <a:p>
            <a:pPr>
              <a:lnSpc>
                <a:spcPct val="150000"/>
              </a:lnSpc>
              <a:spcAft>
                <a:spcPts val="600"/>
              </a:spcAft>
            </a:pPr>
            <a:r>
              <a:rPr lang="en-US" sz="7200" dirty="0"/>
              <a:t>Introduction   </a:t>
            </a:r>
            <a:endParaRPr lang="en-US" sz="7200" dirty="0"/>
          </a:p>
          <a:p>
            <a:pPr marL="243205" lvl="1" indent="0">
              <a:lnSpc>
                <a:spcPct val="150000"/>
              </a:lnSpc>
              <a:spcAft>
                <a:spcPts val="600"/>
              </a:spcAft>
              <a:buNone/>
            </a:pPr>
            <a:r>
              <a:rPr lang="en-US" sz="7200" dirty="0"/>
              <a:t>	I.  Problem Statement </a:t>
            </a:r>
            <a:endParaRPr lang="en-US" sz="7200" dirty="0"/>
          </a:p>
          <a:p>
            <a:pPr marL="243205" lvl="1" indent="0">
              <a:lnSpc>
                <a:spcPct val="150000"/>
              </a:lnSpc>
              <a:spcAft>
                <a:spcPts val="600"/>
              </a:spcAft>
              <a:buNone/>
            </a:pPr>
            <a:r>
              <a:rPr lang="en-US" sz="7200" dirty="0"/>
              <a:t>	II. Motivation</a:t>
            </a:r>
            <a:endParaRPr lang="en-US" sz="7200" dirty="0"/>
          </a:p>
          <a:p>
            <a:pPr>
              <a:lnSpc>
                <a:spcPct val="150000"/>
              </a:lnSpc>
              <a:spcAft>
                <a:spcPts val="600"/>
              </a:spcAft>
            </a:pPr>
            <a:r>
              <a:rPr lang="en-US" sz="7200" dirty="0"/>
              <a:t>System Requirements </a:t>
            </a:r>
            <a:endParaRPr lang="en-US" sz="7200" dirty="0"/>
          </a:p>
          <a:p>
            <a:pPr>
              <a:lnSpc>
                <a:spcPct val="150000"/>
              </a:lnSpc>
              <a:spcAft>
                <a:spcPts val="600"/>
              </a:spcAft>
            </a:pPr>
            <a:r>
              <a:rPr lang="en-US" sz="7200" dirty="0"/>
              <a:t>Architecture Diagram</a:t>
            </a:r>
            <a:endParaRPr lang="en-US" sz="7200" dirty="0"/>
          </a:p>
          <a:p>
            <a:pPr>
              <a:lnSpc>
                <a:spcPct val="150000"/>
              </a:lnSpc>
              <a:spcAft>
                <a:spcPts val="600"/>
              </a:spcAft>
            </a:pPr>
            <a:r>
              <a:rPr lang="en-US" sz="7200" dirty="0"/>
              <a:t>Literature Review</a:t>
            </a:r>
            <a:endParaRPr lang="en-US" sz="7200" dirty="0"/>
          </a:p>
          <a:p>
            <a:pPr>
              <a:lnSpc>
                <a:spcPct val="150000"/>
              </a:lnSpc>
              <a:spcAft>
                <a:spcPts val="600"/>
              </a:spcAft>
            </a:pPr>
            <a:r>
              <a:rPr lang="en-US" sz="7200"/>
              <a:t>Data Collection / Dataset </a:t>
            </a:r>
            <a:r>
              <a:rPr lang="en-US" sz="7200" dirty="0"/>
              <a:t>Description</a:t>
            </a:r>
            <a:endParaRPr lang="en-US" sz="7200" dirty="0"/>
          </a:p>
          <a:p>
            <a:pPr>
              <a:lnSpc>
                <a:spcPct val="150000"/>
              </a:lnSpc>
              <a:spcAft>
                <a:spcPts val="600"/>
              </a:spcAft>
            </a:pPr>
            <a:r>
              <a:rPr lang="en-US" sz="7200" dirty="0"/>
              <a:t>Gantt Chart / Project Timeline</a:t>
            </a:r>
            <a:endParaRPr lang="en-US" sz="7200" dirty="0"/>
          </a:p>
          <a:p>
            <a:pPr>
              <a:lnSpc>
                <a:spcPct val="150000"/>
              </a:lnSpc>
              <a:spcAft>
                <a:spcPts val="600"/>
              </a:spcAft>
            </a:pPr>
            <a:r>
              <a:rPr lang="en-US" sz="7200" dirty="0"/>
              <a:t>Conclusion</a:t>
            </a:r>
            <a:endParaRPr lang="en-US" sz="7200" dirty="0"/>
          </a:p>
          <a:p>
            <a:pPr marL="0" indent="0">
              <a:buNone/>
            </a:pPr>
            <a:endParaRPr lang="en-US" dirty="0"/>
          </a:p>
          <a:p>
            <a:endParaRPr lang="en-US" dirty="0"/>
          </a:p>
          <a:p>
            <a:endParaRPr lang="en-US" dirty="0"/>
          </a:p>
        </p:txBody>
      </p:sp>
    </p:spTree>
  </p:cSld>
  <p:clrMapOvr>
    <a:masterClrMapping/>
  </p:clrMapOvr>
  <p:transition spd="slow">
    <p:cove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p:nvPr/>
        </p:nvSpPr>
        <p:spPr>
          <a:xfrm>
            <a:off x="839821" y="1157592"/>
            <a:ext cx="10515600" cy="493182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just">
              <a:buNone/>
            </a:pPr>
            <a:endParaRPr lang="en-IN" sz="1800" dirty="0">
              <a:latin typeface="Times New Roman" panose="02020503050405090304" pitchFamily="18" charset="0"/>
              <a:cs typeface="Times New Roman" panose="02020503050405090304" pitchFamily="18" charset="0"/>
            </a:endParaRPr>
          </a:p>
        </p:txBody>
      </p:sp>
      <p:sp>
        <p:nvSpPr>
          <p:cNvPr id="7" name="Title 1"/>
          <p:cNvSpPr>
            <a:spLocks noGrp="1"/>
          </p:cNvSpPr>
          <p:nvPr>
            <p:ph type="title"/>
          </p:nvPr>
        </p:nvSpPr>
        <p:spPr>
          <a:xfrm>
            <a:off x="839821" y="815022"/>
            <a:ext cx="10515600" cy="568730"/>
          </a:xfrm>
        </p:spPr>
        <p:txBody>
          <a:bodyPr>
            <a:normAutofit/>
          </a:bodyPr>
          <a:lstStyle/>
          <a:p>
            <a:r>
              <a:rPr lang="en-US" sz="2400" b="1" dirty="0">
                <a:solidFill>
                  <a:schemeClr val="tx1"/>
                </a:solidFill>
                <a:latin typeface="Times New Roman" panose="02020503050405090304" pitchFamily="18" charset="0"/>
                <a:cs typeface="Times New Roman" panose="02020503050405090304" pitchFamily="18" charset="0"/>
              </a:rPr>
              <a:t>1. ABSTRACT</a:t>
            </a:r>
            <a:endParaRPr lang="en-IN" sz="2400" b="1" dirty="0">
              <a:solidFill>
                <a:schemeClr val="tx1"/>
              </a:solidFill>
              <a:latin typeface="Times New Roman" panose="02020503050405090304" pitchFamily="18" charset="0"/>
              <a:cs typeface="Times New Roman" panose="02020503050405090304" pitchFamily="18" charset="0"/>
            </a:endParaRPr>
          </a:p>
        </p:txBody>
      </p:sp>
      <p:sp>
        <p:nvSpPr>
          <p:cNvPr id="2" name="Rectangle 1"/>
          <p:cNvSpPr txBox="1">
            <a:spLocks noChangeArrowheads="1"/>
          </p:cNvSpPr>
          <p:nvPr/>
        </p:nvSpPr>
        <p:spPr bwMode="auto">
          <a:xfrm>
            <a:off x="4664971" y="2505999"/>
            <a:ext cx="415498" cy="561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just" eaLnBrk="0" fontAlgn="base" hangingPunct="0">
              <a:lnSpc>
                <a:spcPct val="200000"/>
              </a:lnSpc>
              <a:spcBef>
                <a:spcPct val="0"/>
              </a:spcBef>
              <a:spcAft>
                <a:spcPct val="0"/>
              </a:spcAft>
            </a:pPr>
            <a:endParaRPr lang="en-US" altLang="en-US" sz="1800" dirty="0">
              <a:latin typeface="Times New Roman" panose="02020503050405090304" pitchFamily="18" charset="0"/>
              <a:cs typeface="Times New Roman" panose="02020503050405090304" pitchFamily="18" charset="0"/>
            </a:endParaRPr>
          </a:p>
        </p:txBody>
      </p:sp>
      <p:sp>
        <p:nvSpPr>
          <p:cNvPr id="4" name="TextBox 3"/>
          <p:cNvSpPr txBox="1"/>
          <p:nvPr/>
        </p:nvSpPr>
        <p:spPr>
          <a:xfrm>
            <a:off x="839821" y="1429123"/>
            <a:ext cx="11058728" cy="2999740"/>
          </a:xfrm>
          <a:prstGeom prst="rect">
            <a:avLst/>
          </a:prstGeom>
          <a:noFill/>
        </p:spPr>
        <p:txBody>
          <a:bodyPr wrap="square">
            <a:spAutoFit/>
          </a:bodyPr>
          <a:lstStyle/>
          <a:p>
            <a:pPr algn="just">
              <a:lnSpc>
                <a:spcPct val="150000"/>
              </a:lnSpc>
            </a:pPr>
            <a:r>
              <a:rPr lang="en-US" altLang="en-US" dirty="0">
                <a:latin typeface="Times New Roman" panose="02020503050405090304" pitchFamily="18" charset="0"/>
                <a:cs typeface="Times New Roman" panose="02020503050405090304" pitchFamily="18" charset="0"/>
              </a:rPr>
              <a:t>Semantic segmentation enables pixel-level scene understanding, supporting tasks beyond basic object detection such as terrain analysis and navigation. While transformer-based models offer strong global context modeling, they are often computationally demanding. This project integrates a lightweight, pretrained transformer segmentation model into an efficient inference framework that runs on commonly available hardware. In addition to segmentation masks, the system generates depth-based heatmap overlays and estimates an optimal traversal path across image terrain, enhancing spatial awareness. The framework produces intuitive visualizations and serves as a modular foundation for safety analysis, environmental monitoring, and assistive perception applications.</a:t>
            </a:r>
            <a:endParaRPr lang="en-US" altLang="en-US" dirty="0">
              <a:latin typeface="Times New Roman" panose="02020503050405090304" pitchFamily="18" charset="0"/>
              <a:cs typeface="Times New Roman" panose="02020503050405090304" pitchFamily="18" charset="0"/>
            </a:endParaRPr>
          </a:p>
        </p:txBody>
      </p:sp>
      <p:sp>
        <p:nvSpPr>
          <p:cNvPr id="3" name="Text Box 2"/>
          <p:cNvSpPr txBox="1"/>
          <p:nvPr/>
        </p:nvSpPr>
        <p:spPr>
          <a:xfrm>
            <a:off x="7369810" y="5640705"/>
            <a:ext cx="788670" cy="561975"/>
          </a:xfrm>
          <a:prstGeom prst="rect">
            <a:avLst/>
          </a:prstGeom>
          <a:noFill/>
        </p:spPr>
        <p:txBody>
          <a:bodyPr wrap="square" rtlCol="0">
            <a:noAutofit/>
          </a:bodyPr>
          <a:p>
            <a:endParaRPr lang="en-US"/>
          </a:p>
        </p:txBody>
      </p:sp>
      <p:sp>
        <p:nvSpPr>
          <p:cNvPr id="8" name="Text Box 7"/>
          <p:cNvSpPr txBox="1"/>
          <p:nvPr/>
        </p:nvSpPr>
        <p:spPr>
          <a:xfrm>
            <a:off x="11482070" y="6089650"/>
            <a:ext cx="416560" cy="368300"/>
          </a:xfrm>
          <a:prstGeom prst="rect">
            <a:avLst/>
          </a:prstGeom>
          <a:noFill/>
        </p:spPr>
        <p:txBody>
          <a:bodyPr wrap="square" rtlCol="0">
            <a:spAutoFit/>
          </a:bodyPr>
          <a:p>
            <a:r>
              <a:rPr lang="en-US"/>
              <a:t>4</a:t>
            </a:r>
            <a:endParaRPr lang="en-US"/>
          </a:p>
        </p:txBody>
      </p:sp>
    </p:spTree>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p:nvPr/>
        </p:nvSpPr>
        <p:spPr>
          <a:xfrm>
            <a:off x="838200" y="1245141"/>
            <a:ext cx="10515600" cy="493182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just">
              <a:buNone/>
            </a:pPr>
            <a:endParaRPr lang="en-IN" sz="1800" dirty="0">
              <a:latin typeface="Times New Roman" panose="02020503050405090304" pitchFamily="18" charset="0"/>
              <a:cs typeface="Times New Roman" panose="02020503050405090304" pitchFamily="18" charset="0"/>
            </a:endParaRPr>
          </a:p>
        </p:txBody>
      </p:sp>
      <p:sp>
        <p:nvSpPr>
          <p:cNvPr id="7" name="Title 1"/>
          <p:cNvSpPr>
            <a:spLocks noGrp="1"/>
          </p:cNvSpPr>
          <p:nvPr>
            <p:ph type="title"/>
          </p:nvPr>
        </p:nvSpPr>
        <p:spPr>
          <a:xfrm>
            <a:off x="838200" y="826371"/>
            <a:ext cx="10515600" cy="568730"/>
          </a:xfrm>
        </p:spPr>
        <p:txBody>
          <a:bodyPr>
            <a:normAutofit/>
          </a:bodyPr>
          <a:lstStyle/>
          <a:p>
            <a:r>
              <a:rPr lang="en-US" sz="2400" b="1" dirty="0">
                <a:solidFill>
                  <a:schemeClr val="tx1"/>
                </a:solidFill>
                <a:latin typeface="Times New Roman" panose="02020503050405090304" pitchFamily="18" charset="0"/>
                <a:cs typeface="Times New Roman" panose="02020503050405090304" pitchFamily="18" charset="0"/>
              </a:rPr>
              <a:t>INTRODUCTION</a:t>
            </a:r>
            <a:endParaRPr lang="en-IN" sz="2400" b="1" dirty="0">
              <a:solidFill>
                <a:schemeClr val="tx1"/>
              </a:solidFill>
              <a:latin typeface="Times New Roman" panose="02020503050405090304" pitchFamily="18" charset="0"/>
              <a:cs typeface="Times New Roman" panose="02020503050405090304" pitchFamily="18" charset="0"/>
            </a:endParaRPr>
          </a:p>
        </p:txBody>
      </p:sp>
      <p:sp>
        <p:nvSpPr>
          <p:cNvPr id="4" name="TextBox 3"/>
          <p:cNvSpPr txBox="1"/>
          <p:nvPr/>
        </p:nvSpPr>
        <p:spPr>
          <a:xfrm>
            <a:off x="838199" y="1471301"/>
            <a:ext cx="10903085" cy="3415030"/>
          </a:xfrm>
          <a:prstGeom prst="rect">
            <a:avLst/>
          </a:prstGeom>
          <a:noFill/>
        </p:spPr>
        <p:txBody>
          <a:bodyPr wrap="square">
            <a:spAutoFit/>
          </a:bodyPr>
          <a:lstStyle/>
          <a:p>
            <a:pPr algn="just">
              <a:lnSpc>
                <a:spcPct val="150000"/>
              </a:lnSpc>
            </a:pPr>
            <a:r>
              <a:rPr lang="en-US" altLang="en-US" b="1" dirty="0">
                <a:latin typeface="Times New Roman" panose="02020503050405090304" pitchFamily="18" charset="0"/>
                <a:cs typeface="Times New Roman" panose="02020503050405090304" pitchFamily="18" charset="0"/>
              </a:rPr>
              <a:t>2.1 Problem Statement </a:t>
            </a:r>
            <a:endParaRPr lang="en-US" altLang="en-US" b="1" dirty="0">
              <a:latin typeface="Times New Roman" panose="02020503050405090304" pitchFamily="18" charset="0"/>
              <a:cs typeface="Times New Roman" panose="02020503050405090304" pitchFamily="18" charset="0"/>
            </a:endParaRPr>
          </a:p>
          <a:p>
            <a:pPr algn="just">
              <a:lnSpc>
                <a:spcPct val="150000"/>
              </a:lnSpc>
            </a:pPr>
            <a:endParaRPr lang="en-US" altLang="en-US" dirty="0">
              <a:latin typeface="Times New Roman" panose="02020503050405090304" pitchFamily="18" charset="0"/>
              <a:cs typeface="Times New Roman" panose="02020503050405090304" pitchFamily="18" charset="0"/>
            </a:endParaRPr>
          </a:p>
          <a:p>
            <a:pPr algn="just">
              <a:lnSpc>
                <a:spcPct val="150000"/>
              </a:lnSpc>
            </a:pPr>
            <a:r>
              <a:rPr lang="en-US" altLang="en-US" dirty="0">
                <a:latin typeface="Times New Roman" panose="02020503050405090304" pitchFamily="18" charset="0"/>
                <a:cs typeface="Times New Roman" panose="02020503050405090304" pitchFamily="18" charset="0"/>
              </a:rPr>
              <a:t>Applying semantic segmentation to unstructured real-world environments remains challenging despite advances in Vision Transformer–based models, particularly due to computational constraints in lightweight systems. Natural terrains introduce visual ambiguity, where similar textures and unclear boundaries reduce segmentation reliability, and raw masks alone lack practical interpretability. This project addresses these limitations by integrating depth-based heatmap overlays and optimal path estimation to convert segmentation outputs into actionable, navigation-oriented insights.</a:t>
            </a:r>
            <a:endParaRPr lang="en-US" altLang="en-US" dirty="0">
              <a:latin typeface="Times New Roman" panose="02020503050405090304" pitchFamily="18" charset="0"/>
              <a:cs typeface="Times New Roman" panose="02020503050405090304" pitchFamily="18" charset="0"/>
            </a:endParaRPr>
          </a:p>
        </p:txBody>
      </p:sp>
      <p:sp>
        <p:nvSpPr>
          <p:cNvPr id="2" name="Text Box 1"/>
          <p:cNvSpPr txBox="1"/>
          <p:nvPr/>
        </p:nvSpPr>
        <p:spPr>
          <a:xfrm>
            <a:off x="11453495" y="6101080"/>
            <a:ext cx="466725" cy="368300"/>
          </a:xfrm>
          <a:prstGeom prst="rect">
            <a:avLst/>
          </a:prstGeom>
          <a:noFill/>
        </p:spPr>
        <p:txBody>
          <a:bodyPr wrap="square" rtlCol="0">
            <a:spAutoFit/>
          </a:bodyPr>
          <a:p>
            <a:r>
              <a:rPr lang="en-US"/>
              <a:t>5</a:t>
            </a:r>
            <a:endParaRPr lang="en-US"/>
          </a:p>
        </p:txBody>
      </p:sp>
    </p:spTree>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p:nvPr/>
        </p:nvSpPr>
        <p:spPr>
          <a:xfrm>
            <a:off x="838200" y="1245141"/>
            <a:ext cx="10515600" cy="493182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just">
              <a:buNone/>
            </a:pPr>
            <a:endParaRPr lang="en-IN" sz="1800" dirty="0">
              <a:latin typeface="Times New Roman" panose="02020503050405090304" pitchFamily="18" charset="0"/>
              <a:cs typeface="Times New Roman" panose="02020503050405090304" pitchFamily="18" charset="0"/>
            </a:endParaRPr>
          </a:p>
        </p:txBody>
      </p:sp>
      <p:sp>
        <p:nvSpPr>
          <p:cNvPr id="7" name="Title 1"/>
          <p:cNvSpPr>
            <a:spLocks noGrp="1"/>
          </p:cNvSpPr>
          <p:nvPr>
            <p:ph type="title"/>
          </p:nvPr>
        </p:nvSpPr>
        <p:spPr>
          <a:xfrm>
            <a:off x="838200" y="902571"/>
            <a:ext cx="10515600" cy="568730"/>
          </a:xfrm>
        </p:spPr>
        <p:txBody>
          <a:bodyPr>
            <a:normAutofit/>
          </a:bodyPr>
          <a:lstStyle/>
          <a:p>
            <a:r>
              <a:rPr lang="en-US" sz="2400" b="1" dirty="0">
                <a:solidFill>
                  <a:schemeClr val="tx1"/>
                </a:solidFill>
                <a:latin typeface="Times New Roman" panose="02020503050405090304" pitchFamily="18" charset="0"/>
                <a:cs typeface="Times New Roman" panose="02020503050405090304" pitchFamily="18" charset="0"/>
              </a:rPr>
              <a:t>2. INTRODUCTION</a:t>
            </a:r>
            <a:endParaRPr lang="en-IN" sz="2400" b="1" dirty="0">
              <a:solidFill>
                <a:schemeClr val="tx1"/>
              </a:solidFill>
              <a:latin typeface="Times New Roman" panose="02020503050405090304" pitchFamily="18" charset="0"/>
              <a:cs typeface="Times New Roman" panose="02020503050405090304" pitchFamily="18" charset="0"/>
            </a:endParaRPr>
          </a:p>
        </p:txBody>
      </p:sp>
      <p:sp>
        <p:nvSpPr>
          <p:cNvPr id="4" name="TextBox 3"/>
          <p:cNvSpPr txBox="1"/>
          <p:nvPr/>
        </p:nvSpPr>
        <p:spPr>
          <a:xfrm>
            <a:off x="838199" y="1471301"/>
            <a:ext cx="10903085" cy="3876675"/>
          </a:xfrm>
          <a:prstGeom prst="rect">
            <a:avLst/>
          </a:prstGeom>
          <a:noFill/>
        </p:spPr>
        <p:txBody>
          <a:bodyPr wrap="square">
            <a:spAutoFit/>
          </a:bodyPr>
          <a:lstStyle/>
          <a:p>
            <a:pPr algn="just">
              <a:lnSpc>
                <a:spcPct val="150000"/>
              </a:lnSpc>
            </a:pPr>
            <a:r>
              <a:rPr lang="en-US" altLang="en-US" sz="2000" b="1" dirty="0">
                <a:latin typeface="Times New Roman" panose="02020503050405090304" pitchFamily="18" charset="0"/>
                <a:cs typeface="Times New Roman" panose="02020503050405090304" pitchFamily="18" charset="0"/>
              </a:rPr>
              <a:t>2.2 Motivation </a:t>
            </a:r>
            <a:endParaRPr lang="en-US" altLang="en-US" sz="2000" b="1" dirty="0">
              <a:latin typeface="Times New Roman" panose="02020503050405090304" pitchFamily="18" charset="0"/>
              <a:cs typeface="Times New Roman" panose="02020503050405090304" pitchFamily="18" charset="0"/>
            </a:endParaRPr>
          </a:p>
          <a:p>
            <a:pPr algn="just">
              <a:lnSpc>
                <a:spcPct val="150000"/>
              </a:lnSpc>
            </a:pPr>
            <a:endParaRPr lang="en-US" altLang="en-US" dirty="0">
              <a:latin typeface="Times New Roman" panose="02020503050405090304" pitchFamily="18" charset="0"/>
              <a:cs typeface="Times New Roman" panose="02020503050405090304" pitchFamily="18" charset="0"/>
            </a:endParaRPr>
          </a:p>
          <a:p>
            <a:pPr algn="just">
              <a:lnSpc>
                <a:spcPct val="150000"/>
              </a:lnSpc>
            </a:pPr>
            <a:r>
              <a:rPr lang="en-US" altLang="en-US" dirty="0">
                <a:latin typeface="Times New Roman" panose="02020503050405090304" pitchFamily="18" charset="0"/>
                <a:cs typeface="Times New Roman" panose="02020503050405090304" pitchFamily="18" charset="0"/>
              </a:rPr>
              <a:t>Computer vision has progressed from basic object detection to holistic scene understanding, where multi-class semantic segmentation assigns a meaningful label to every pixel. Leveraging deep learning particularly transformer-based architectures enables the capture of complex spatial relationships across diverse natural and man-made environments. However, true usability requires going beyond segmentation masks. By incorporating depth-based heatmap visualization and optimal path estimation across terrain, pixel-level understanding is transformed into interpretable spatial cues that support navigation, safety awareness, and intelligent decision-making in real-world scenarios.</a:t>
            </a:r>
            <a:endParaRPr lang="en-US" altLang="en-US" dirty="0">
              <a:latin typeface="Times New Roman" panose="02020503050405090304" pitchFamily="18" charset="0"/>
              <a:cs typeface="Times New Roman" panose="02020503050405090304" pitchFamily="18" charset="0"/>
            </a:endParaRPr>
          </a:p>
        </p:txBody>
      </p:sp>
      <p:sp>
        <p:nvSpPr>
          <p:cNvPr id="2" name="Text Box 1"/>
          <p:cNvSpPr txBox="1"/>
          <p:nvPr/>
        </p:nvSpPr>
        <p:spPr>
          <a:xfrm>
            <a:off x="11431270" y="6092190"/>
            <a:ext cx="428625" cy="368300"/>
          </a:xfrm>
          <a:prstGeom prst="rect">
            <a:avLst/>
          </a:prstGeom>
          <a:noFill/>
        </p:spPr>
        <p:txBody>
          <a:bodyPr wrap="square" rtlCol="0">
            <a:spAutoFit/>
          </a:bodyPr>
          <a:p>
            <a:r>
              <a:rPr lang="en-US"/>
              <a:t>6</a:t>
            </a:r>
            <a:endParaRPr lang="en-US"/>
          </a:p>
        </p:txBody>
      </p:sp>
    </p:spTree>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p:nvPr/>
        </p:nvSpPr>
        <p:spPr>
          <a:xfrm>
            <a:off x="838200" y="1118681"/>
            <a:ext cx="10515600" cy="493182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just">
              <a:lnSpc>
                <a:spcPct val="100000"/>
              </a:lnSpc>
              <a:buFont typeface="Wingdings" panose="05000000000000000000" charset="0"/>
              <a:buChar char=""/>
            </a:pPr>
            <a:r>
              <a:rPr lang="en-US" altLang="en-US" sz="2000" dirty="0">
                <a:latin typeface="Times New Roman" panose="02020503050405090304" pitchFamily="18" charset="0"/>
                <a:cs typeface="Times New Roman" panose="02020503050405090304" pitchFamily="18" charset="0"/>
              </a:rPr>
              <a:t>GPU (Minimum): NVIDIA GPU with 4 GB VRAM  for basic inference</a:t>
            </a:r>
            <a:endParaRPr lang="en-US" altLang="en-US" sz="2000" dirty="0">
              <a:latin typeface="Times New Roman" panose="02020503050405090304" pitchFamily="18" charset="0"/>
              <a:cs typeface="Times New Roman" panose="02020503050405090304" pitchFamily="18" charset="0"/>
            </a:endParaRPr>
          </a:p>
          <a:p>
            <a:pPr algn="just">
              <a:lnSpc>
                <a:spcPct val="100000"/>
              </a:lnSpc>
              <a:buFont typeface="Wingdings" panose="05000000000000000000" charset="0"/>
              <a:buChar char=""/>
            </a:pPr>
            <a:r>
              <a:rPr lang="en-US" altLang="en-US" sz="2000" dirty="0">
                <a:latin typeface="Times New Roman" panose="02020503050405090304" pitchFamily="18" charset="0"/>
                <a:cs typeface="Times New Roman" panose="02020503050405090304" pitchFamily="18" charset="0"/>
              </a:rPr>
              <a:t>Storage (Minimum): 20 GB free space (HDD acceptable)</a:t>
            </a:r>
            <a:endParaRPr lang="en-US" altLang="en-US" sz="2000" dirty="0">
              <a:latin typeface="Times New Roman" panose="02020503050405090304" pitchFamily="18" charset="0"/>
              <a:cs typeface="Times New Roman" panose="02020503050405090304" pitchFamily="18" charset="0"/>
            </a:endParaRPr>
          </a:p>
          <a:p>
            <a:pPr algn="just">
              <a:lnSpc>
                <a:spcPct val="100000"/>
              </a:lnSpc>
              <a:buFont typeface="Wingdings" panose="05000000000000000000" charset="0"/>
              <a:buChar char=""/>
            </a:pPr>
            <a:r>
              <a:rPr lang="en-US" altLang="en-US" sz="2000" dirty="0">
                <a:latin typeface="Times New Roman" panose="02020503050405090304" pitchFamily="18" charset="0"/>
                <a:cs typeface="Times New Roman" panose="02020503050405090304" pitchFamily="18" charset="0"/>
              </a:rPr>
              <a:t>RAM (Minimum): 8 GB DDR4</a:t>
            </a:r>
            <a:endParaRPr lang="en-US" altLang="en-US" sz="2000" dirty="0">
              <a:latin typeface="Times New Roman" panose="02020503050405090304" pitchFamily="18" charset="0"/>
              <a:cs typeface="Times New Roman" panose="02020503050405090304" pitchFamily="18" charset="0"/>
            </a:endParaRPr>
          </a:p>
          <a:p>
            <a:pPr algn="just">
              <a:lnSpc>
                <a:spcPct val="100000"/>
              </a:lnSpc>
              <a:buFont typeface="Wingdings" panose="05000000000000000000" charset="0"/>
              <a:buChar char=""/>
            </a:pPr>
            <a:r>
              <a:rPr lang="en-US" altLang="en-US" sz="2000" dirty="0">
                <a:latin typeface="Times New Roman" panose="02020503050405090304" pitchFamily="18" charset="0"/>
                <a:cs typeface="Times New Roman" panose="02020503050405090304" pitchFamily="18" charset="0"/>
              </a:rPr>
              <a:t>Programming Language: Python 3.8+ (Python 3.9 or 3.10 recommended)</a:t>
            </a:r>
            <a:endParaRPr lang="en-US" altLang="en-US" sz="2000" dirty="0">
              <a:latin typeface="Times New Roman" panose="02020503050405090304" pitchFamily="18" charset="0"/>
              <a:cs typeface="Times New Roman" panose="02020503050405090304" pitchFamily="18" charset="0"/>
            </a:endParaRPr>
          </a:p>
          <a:p>
            <a:pPr algn="just">
              <a:lnSpc>
                <a:spcPct val="100000"/>
              </a:lnSpc>
              <a:buFont typeface="Wingdings" panose="05000000000000000000" charset="0"/>
              <a:buChar char=""/>
            </a:pPr>
            <a:r>
              <a:rPr lang="en-US" altLang="en-US" sz="2000" dirty="0">
                <a:latin typeface="Times New Roman" panose="02020503050405090304" pitchFamily="18" charset="0"/>
                <a:cs typeface="Times New Roman" panose="02020503050405090304" pitchFamily="18" charset="0"/>
              </a:rPr>
              <a:t>Deep Learning Framework:</a:t>
            </a:r>
            <a:endParaRPr lang="en-US" altLang="en-US" sz="2000" dirty="0">
              <a:latin typeface="Times New Roman" panose="02020503050405090304" pitchFamily="18" charset="0"/>
              <a:cs typeface="Times New Roman" panose="02020503050405090304" pitchFamily="18" charset="0"/>
            </a:endParaRPr>
          </a:p>
          <a:p>
            <a:pPr algn="just">
              <a:lnSpc>
                <a:spcPct val="100000"/>
              </a:lnSpc>
              <a:buFont typeface="Wingdings" panose="05000000000000000000" charset="0"/>
              <a:buChar char=""/>
            </a:pPr>
            <a:r>
              <a:rPr lang="en-US" altLang="en-US" sz="2000" dirty="0">
                <a:latin typeface="Times New Roman" panose="02020503050405090304" pitchFamily="18" charset="0"/>
                <a:cs typeface="Times New Roman" panose="02020503050405090304" pitchFamily="18" charset="0"/>
              </a:rPr>
              <a:t>Minimum: PyTorch 1.10+ (CPU inference supported)</a:t>
            </a:r>
            <a:endParaRPr lang="en-US" altLang="en-US" sz="2000" dirty="0">
              <a:latin typeface="Times New Roman" panose="02020503050405090304" pitchFamily="18" charset="0"/>
              <a:cs typeface="Times New Roman" panose="02020503050405090304" pitchFamily="18" charset="0"/>
            </a:endParaRPr>
          </a:p>
          <a:p>
            <a:pPr algn="just">
              <a:lnSpc>
                <a:spcPct val="100000"/>
              </a:lnSpc>
              <a:buFont typeface="Wingdings" panose="05000000000000000000" charset="0"/>
              <a:buChar char=""/>
            </a:pPr>
            <a:r>
              <a:rPr lang="en-US" altLang="en-US" sz="2000" dirty="0">
                <a:latin typeface="Times New Roman" panose="02020503050405090304" pitchFamily="18" charset="0"/>
                <a:cs typeface="Times New Roman" panose="02020503050405090304" pitchFamily="18" charset="0"/>
              </a:rPr>
              <a:t>Recommended: PyTorch 2.0+ with CUDA 11.8 / 12.1 support</a:t>
            </a:r>
            <a:endParaRPr lang="en-US" altLang="en-US" sz="2000" dirty="0">
              <a:latin typeface="Times New Roman" panose="02020503050405090304" pitchFamily="18" charset="0"/>
              <a:cs typeface="Times New Roman" panose="02020503050405090304" pitchFamily="18" charset="0"/>
            </a:endParaRPr>
          </a:p>
          <a:p>
            <a:pPr algn="just">
              <a:lnSpc>
                <a:spcPct val="100000"/>
              </a:lnSpc>
              <a:buFont typeface="Wingdings" panose="05000000000000000000" charset="0"/>
              <a:buChar char=""/>
            </a:pPr>
            <a:r>
              <a:rPr lang="en-US" altLang="en-US" sz="2000" dirty="0">
                <a:latin typeface="Times New Roman" panose="02020503050405090304" pitchFamily="18" charset="0"/>
                <a:cs typeface="Times New Roman" panose="02020503050405090304" pitchFamily="18" charset="0"/>
              </a:rPr>
              <a:t>Key Libraries: Hugging Face Transformers, NumPy, OpenCV</a:t>
            </a:r>
            <a:endParaRPr lang="en-US" altLang="en-US" sz="2000" dirty="0">
              <a:latin typeface="Times New Roman" panose="02020503050405090304" pitchFamily="18" charset="0"/>
              <a:cs typeface="Times New Roman" panose="02020503050405090304" pitchFamily="18" charset="0"/>
            </a:endParaRPr>
          </a:p>
          <a:p>
            <a:pPr algn="just">
              <a:lnSpc>
                <a:spcPct val="100000"/>
              </a:lnSpc>
              <a:buFont typeface="Wingdings" panose="05000000000000000000" charset="0"/>
              <a:buChar char=""/>
            </a:pPr>
            <a:r>
              <a:rPr lang="en-US" altLang="en-US" sz="2000" dirty="0">
                <a:latin typeface="Times New Roman" panose="02020503050405090304" pitchFamily="18" charset="0"/>
                <a:cs typeface="Times New Roman" panose="02020503050405090304" pitchFamily="18" charset="0"/>
              </a:rPr>
              <a:t>Additional Tools (Recommended): Gradio, Weights &amp; Biases, Albumentations, Scikit-learn</a:t>
            </a:r>
            <a:endParaRPr lang="en-US" altLang="en-US" sz="2000" dirty="0">
              <a:latin typeface="Times New Roman" panose="02020503050405090304" pitchFamily="18" charset="0"/>
              <a:cs typeface="Times New Roman" panose="02020503050405090304" pitchFamily="18" charset="0"/>
            </a:endParaRPr>
          </a:p>
          <a:p>
            <a:pPr algn="just">
              <a:lnSpc>
                <a:spcPct val="100000"/>
              </a:lnSpc>
              <a:buFont typeface="Wingdings" panose="05000000000000000000" charset="0"/>
              <a:buChar char=""/>
            </a:pPr>
            <a:r>
              <a:rPr lang="en-US" altLang="en-US" sz="2000" dirty="0">
                <a:latin typeface="Times New Roman" panose="02020503050405090304" pitchFamily="18" charset="0"/>
                <a:cs typeface="Times New Roman" panose="02020503050405090304" pitchFamily="18" charset="0"/>
              </a:rPr>
              <a:t>Pipeline is modular: preprocessing, model inference, and post-processing are decoupled.</a:t>
            </a:r>
            <a:endParaRPr lang="en-US" altLang="en-US" sz="2000" dirty="0">
              <a:latin typeface="Times New Roman" panose="02020503050405090304" pitchFamily="18" charset="0"/>
              <a:cs typeface="Times New Roman" panose="02020503050405090304" pitchFamily="18" charset="0"/>
            </a:endParaRPr>
          </a:p>
        </p:txBody>
      </p:sp>
      <p:sp>
        <p:nvSpPr>
          <p:cNvPr id="7" name="Title 1"/>
          <p:cNvSpPr>
            <a:spLocks noGrp="1"/>
          </p:cNvSpPr>
          <p:nvPr>
            <p:ph type="title"/>
          </p:nvPr>
        </p:nvSpPr>
        <p:spPr>
          <a:xfrm>
            <a:off x="838200" y="520769"/>
            <a:ext cx="10515600" cy="568730"/>
          </a:xfrm>
        </p:spPr>
        <p:txBody>
          <a:bodyPr>
            <a:normAutofit/>
          </a:bodyPr>
          <a:lstStyle/>
          <a:p>
            <a:r>
              <a:rPr lang="en-US" sz="2400" b="1" dirty="0">
                <a:ln/>
                <a:solidFill>
                  <a:schemeClr val="tx1"/>
                </a:solidFill>
                <a:effectLst/>
                <a:sym typeface="+mn-ea"/>
              </a:rPr>
              <a:t>3. System Requirements</a:t>
            </a:r>
            <a:r>
              <a:rPr lang="en-US" sz="2400" b="1" dirty="0">
                <a:ln/>
                <a:solidFill>
                  <a:schemeClr val="tx1"/>
                </a:solidFill>
                <a:effectLst>
                  <a:outerShdw blurRad="38100" dist="19050" dir="2700000" algn="tl" rotWithShape="0">
                    <a:schemeClr val="dk1">
                      <a:alpha val="40000"/>
                      <a:alpha val="40000"/>
                    </a:schemeClr>
                  </a:outerShdw>
                </a:effectLst>
                <a:sym typeface="+mn-ea"/>
              </a:rPr>
              <a:t> </a:t>
            </a:r>
            <a:endParaRPr lang="en-US" sz="2400" b="1" dirty="0">
              <a:ln/>
              <a:solidFill>
                <a:schemeClr val="tx1"/>
              </a:solidFill>
              <a:effectLst>
                <a:outerShdw blurRad="38100" dist="19050" dir="2700000" algn="tl" rotWithShape="0">
                  <a:schemeClr val="dk1">
                    <a:alpha val="40000"/>
                    <a:alpha val="40000"/>
                  </a:schemeClr>
                </a:outerShdw>
              </a:effectLst>
              <a:latin typeface="Times New Roman" panose="02020503050405090304" pitchFamily="18" charset="0"/>
              <a:cs typeface="Times New Roman" panose="02020503050405090304" pitchFamily="18" charset="0"/>
              <a:sym typeface="+mn-ea"/>
            </a:endParaRPr>
          </a:p>
        </p:txBody>
      </p:sp>
      <p:sp>
        <p:nvSpPr>
          <p:cNvPr id="3" name="Text Box 2"/>
          <p:cNvSpPr txBox="1"/>
          <p:nvPr/>
        </p:nvSpPr>
        <p:spPr>
          <a:xfrm>
            <a:off x="11468100" y="6050280"/>
            <a:ext cx="598170" cy="568960"/>
          </a:xfrm>
          <a:prstGeom prst="rect">
            <a:avLst/>
          </a:prstGeom>
          <a:noFill/>
        </p:spPr>
        <p:txBody>
          <a:bodyPr wrap="square" rtlCol="0">
            <a:noAutofit/>
          </a:bodyPr>
          <a:p>
            <a:r>
              <a:rPr lang="en-US"/>
              <a:t>7</a:t>
            </a:r>
            <a:endParaRPr lang="en-US"/>
          </a:p>
        </p:txBody>
      </p:sp>
    </p:spTree>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p:nvPr/>
        </p:nvSpPr>
        <p:spPr>
          <a:xfrm>
            <a:off x="707390" y="1245235"/>
            <a:ext cx="6192520" cy="493204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just">
              <a:lnSpc>
                <a:spcPct val="150000"/>
              </a:lnSpc>
              <a:buNone/>
            </a:pPr>
            <a:r>
              <a:rPr lang="en-US" altLang="en-US" sz="1800" dirty="0">
                <a:latin typeface="Times New Roman" panose="02020503050405090304" pitchFamily="18" charset="0"/>
                <a:cs typeface="Times New Roman" panose="02020503050405090304" pitchFamily="18" charset="0"/>
              </a:rPr>
              <a:t>End-to-end inference pipeline: A user-uploaded image is processed through a lightweight SegFormer model to generate pixel-level semantic segmentation masks.</a:t>
            </a:r>
            <a:endParaRPr lang="en-US" altLang="en-US" sz="1800" dirty="0">
              <a:latin typeface="Times New Roman" panose="02020503050405090304" pitchFamily="18" charset="0"/>
              <a:cs typeface="Times New Roman" panose="02020503050405090304" pitchFamily="18" charset="0"/>
            </a:endParaRPr>
          </a:p>
          <a:p>
            <a:pPr marL="0" indent="0" algn="just">
              <a:lnSpc>
                <a:spcPct val="150000"/>
              </a:lnSpc>
              <a:buNone/>
            </a:pPr>
            <a:endParaRPr lang="en-US" altLang="en-US" sz="1800" dirty="0">
              <a:latin typeface="Times New Roman" panose="02020503050405090304" pitchFamily="18" charset="0"/>
              <a:cs typeface="Times New Roman" panose="02020503050405090304" pitchFamily="18" charset="0"/>
            </a:endParaRPr>
          </a:p>
          <a:p>
            <a:pPr marL="0" indent="0" algn="just">
              <a:lnSpc>
                <a:spcPct val="150000"/>
              </a:lnSpc>
              <a:buNone/>
            </a:pPr>
            <a:r>
              <a:rPr lang="en-US" altLang="en-US" sz="1800" dirty="0">
                <a:latin typeface="Times New Roman" panose="02020503050405090304" pitchFamily="18" charset="0"/>
                <a:cs typeface="Times New Roman" panose="02020503050405090304" pitchFamily="18" charset="0"/>
              </a:rPr>
              <a:t>Actionable output generation: Segmentation results are converted into safety-aware HUD visualizations and quantitative scores, enabling interpretable, real-time scene understanding and analysis.</a:t>
            </a:r>
            <a:endParaRPr lang="en-US" altLang="en-US" sz="1800" dirty="0">
              <a:latin typeface="Times New Roman" panose="02020503050405090304" pitchFamily="18" charset="0"/>
              <a:cs typeface="Times New Roman" panose="02020503050405090304" pitchFamily="18" charset="0"/>
            </a:endParaRPr>
          </a:p>
        </p:txBody>
      </p:sp>
      <p:sp>
        <p:nvSpPr>
          <p:cNvPr id="7" name="Title 1"/>
          <p:cNvSpPr>
            <a:spLocks noGrp="1"/>
          </p:cNvSpPr>
          <p:nvPr>
            <p:ph type="title"/>
          </p:nvPr>
        </p:nvSpPr>
        <p:spPr>
          <a:xfrm>
            <a:off x="838200" y="520769"/>
            <a:ext cx="10515600" cy="568730"/>
          </a:xfrm>
        </p:spPr>
        <p:txBody>
          <a:bodyPr>
            <a:normAutofit/>
          </a:bodyPr>
          <a:lstStyle/>
          <a:p>
            <a:r>
              <a:rPr lang="en-US" sz="2400" b="1" dirty="0">
                <a:ln/>
                <a:solidFill>
                  <a:schemeClr val="tx1"/>
                </a:solidFill>
                <a:effectLst/>
                <a:sym typeface="+mn-ea"/>
              </a:rPr>
              <a:t>4. Architecture Diagram</a:t>
            </a:r>
            <a:endParaRPr lang="en-US" sz="2400" b="1" dirty="0">
              <a:ln/>
              <a:solidFill>
                <a:schemeClr val="tx1"/>
              </a:solidFill>
              <a:effectLst/>
              <a:latin typeface="Times New Roman" panose="02020503050405090304" pitchFamily="18" charset="0"/>
              <a:cs typeface="Times New Roman" panose="02020503050405090304" pitchFamily="18" charset="0"/>
              <a:sym typeface="+mn-ea"/>
            </a:endParaRPr>
          </a:p>
        </p:txBody>
      </p:sp>
      <p:pic>
        <p:nvPicPr>
          <p:cNvPr id="2" name="Picture 1"/>
          <p:cNvPicPr>
            <a:picLocks noChangeAspect="1"/>
          </p:cNvPicPr>
          <p:nvPr/>
        </p:nvPicPr>
        <p:blipFill>
          <a:blip r:embed="rId1"/>
          <a:stretch>
            <a:fillRect/>
          </a:stretch>
        </p:blipFill>
        <p:spPr>
          <a:xfrm>
            <a:off x="6899910" y="635"/>
            <a:ext cx="4897120" cy="6278245"/>
          </a:xfrm>
          <a:prstGeom prst="rect">
            <a:avLst/>
          </a:prstGeom>
          <a:noFill/>
          <a:ln>
            <a:noFill/>
          </a:ln>
        </p:spPr>
      </p:pic>
      <p:sp>
        <p:nvSpPr>
          <p:cNvPr id="3" name="Text Box 2"/>
          <p:cNvSpPr txBox="1"/>
          <p:nvPr/>
        </p:nvSpPr>
        <p:spPr>
          <a:xfrm>
            <a:off x="11554460" y="6177280"/>
            <a:ext cx="467360" cy="368300"/>
          </a:xfrm>
          <a:prstGeom prst="rect">
            <a:avLst/>
          </a:prstGeom>
          <a:noFill/>
        </p:spPr>
        <p:txBody>
          <a:bodyPr wrap="square" rtlCol="0">
            <a:spAutoFit/>
          </a:bodyPr>
          <a:p>
            <a:r>
              <a:rPr lang="en-US"/>
              <a:t>8</a:t>
            </a:r>
            <a:endParaRPr lang="en-US"/>
          </a:p>
        </p:txBody>
      </p:sp>
    </p:spTree>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937" y="-16510"/>
            <a:ext cx="4597036" cy="628073"/>
          </a:xfrm>
        </p:spPr>
        <p:txBody>
          <a:bodyPr/>
          <a:lstStyle/>
          <a:p>
            <a:r>
              <a:rPr lang="en-US" sz="2400" b="1" dirty="0">
                <a:solidFill>
                  <a:schemeClr val="tx1"/>
                </a:solidFill>
                <a:latin typeface="Times New Roman" panose="02020503050405090304" pitchFamily="18" charset="0"/>
                <a:ea typeface="+mj-ea"/>
                <a:cs typeface="Times New Roman" panose="02020503050405090304" pitchFamily="18" charset="0"/>
              </a:rPr>
              <a:t>5. Literature Survey</a:t>
            </a:r>
            <a:endParaRPr lang="en-US" sz="2400" b="1" dirty="0">
              <a:solidFill>
                <a:schemeClr val="tx1"/>
              </a:solidFill>
              <a:latin typeface="Times New Roman" panose="02020503050405090304" pitchFamily="18" charset="0"/>
              <a:ea typeface="+mj-ea"/>
              <a:cs typeface="Times New Roman" panose="02020503050405090304" pitchFamily="18" charset="0"/>
            </a:endParaRPr>
          </a:p>
        </p:txBody>
      </p:sp>
      <p:pic>
        <p:nvPicPr>
          <p:cNvPr id="5" name="Picture 4"/>
          <p:cNvPicPr>
            <a:picLocks noChangeAspect="1"/>
          </p:cNvPicPr>
          <p:nvPr/>
        </p:nvPicPr>
        <p:blipFill>
          <a:blip r:embed="rId1"/>
          <a:stretch>
            <a:fillRect/>
          </a:stretch>
        </p:blipFill>
        <p:spPr>
          <a:xfrm>
            <a:off x="468630" y="611505"/>
            <a:ext cx="11062970" cy="5471795"/>
          </a:xfrm>
          <a:prstGeom prst="rect">
            <a:avLst/>
          </a:prstGeom>
        </p:spPr>
      </p:pic>
      <p:sp>
        <p:nvSpPr>
          <p:cNvPr id="6" name="Text Box 5"/>
          <p:cNvSpPr txBox="1"/>
          <p:nvPr/>
        </p:nvSpPr>
        <p:spPr>
          <a:xfrm>
            <a:off x="11531600" y="6122035"/>
            <a:ext cx="466725" cy="368300"/>
          </a:xfrm>
          <a:prstGeom prst="rect">
            <a:avLst/>
          </a:prstGeom>
          <a:noFill/>
        </p:spPr>
        <p:txBody>
          <a:bodyPr wrap="square" rtlCol="0">
            <a:spAutoFit/>
          </a:bodyPr>
          <a:p>
            <a:r>
              <a:rPr lang="en-US"/>
              <a:t>9</a:t>
            </a:r>
            <a:endParaRPr lang="en-US"/>
          </a:p>
        </p:txBody>
      </p:sp>
    </p:spTree>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ln/>
                <a:solidFill>
                  <a:schemeClr val="tx1"/>
                </a:solidFill>
                <a:effectLst/>
              </a:rPr>
              <a:t>Limitations</a:t>
            </a:r>
            <a:endParaRPr lang="en-US" b="1">
              <a:ln/>
              <a:solidFill>
                <a:schemeClr val="tx1"/>
              </a:solidFill>
              <a:effectLst/>
            </a:endParaRPr>
          </a:p>
        </p:txBody>
      </p:sp>
      <p:sp>
        <p:nvSpPr>
          <p:cNvPr id="3" name="Text Placeholder 2"/>
          <p:cNvSpPr>
            <a:spLocks noGrp="1"/>
          </p:cNvSpPr>
          <p:nvPr>
            <p:ph type="body" sz="quarter" idx="17"/>
          </p:nvPr>
        </p:nvSpPr>
        <p:spPr>
          <a:xfrm>
            <a:off x="695400" y="1650111"/>
            <a:ext cx="10801201" cy="4320480"/>
          </a:xfrm>
        </p:spPr>
        <p:txBody>
          <a:bodyPr>
            <a:noAutofit/>
          </a:bodyPr>
          <a:p>
            <a:pPr marL="0" indent="0">
              <a:buNone/>
            </a:pPr>
            <a:r>
              <a:rPr lang="en-US" altLang="en-US" sz="1700">
                <a:ln/>
                <a:solidFill>
                  <a:schemeClr val="tx1"/>
                </a:solidFill>
                <a:effectLst/>
                <a:latin typeface="Times New Roman" panose="02020503050405090304" pitchFamily="18" charset="0"/>
                <a:cs typeface="Times New Roman" panose="02020503050405090304" pitchFamily="18" charset="0"/>
              </a:rPr>
              <a:t>1. Xie et al., NeurIPS 2021 — SegFormer</a:t>
            </a:r>
            <a:endParaRPr lang="en-US" altLang="en-US" sz="1700">
              <a:ln/>
              <a:solidFill>
                <a:schemeClr val="tx1"/>
              </a:solidFill>
              <a:effectLst/>
              <a:latin typeface="Times New Roman" panose="02020503050405090304" pitchFamily="18" charset="0"/>
              <a:cs typeface="Times New Roman" panose="02020503050405090304" pitchFamily="18" charset="0"/>
            </a:endParaRPr>
          </a:p>
          <a:p>
            <a:pPr marL="0" indent="0">
              <a:buNone/>
            </a:pPr>
            <a:r>
              <a:rPr lang="en-US" altLang="en-US" sz="1700">
                <a:ln/>
                <a:solidFill>
                  <a:schemeClr val="tx1"/>
                </a:solidFill>
                <a:effectLst/>
                <a:latin typeface="Times New Roman" panose="02020503050405090304" pitchFamily="18" charset="0"/>
                <a:cs typeface="Times New Roman" panose="02020503050405090304" pitchFamily="18" charset="0"/>
              </a:rPr>
              <a:t>Focuses primarily on architectural efficiency and segmentation accuracy, without addressing how outputs can be used for safety, navigation, or decision-making.</a:t>
            </a:r>
            <a:endParaRPr lang="en-US" altLang="en-US" sz="1700">
              <a:ln/>
              <a:solidFill>
                <a:schemeClr val="tx1"/>
              </a:solidFill>
              <a:effectLst/>
              <a:latin typeface="Times New Roman" panose="02020503050405090304" pitchFamily="18" charset="0"/>
              <a:cs typeface="Times New Roman" panose="02020503050405090304" pitchFamily="18" charset="0"/>
            </a:endParaRPr>
          </a:p>
          <a:p>
            <a:pPr marL="0" indent="0">
              <a:buNone/>
            </a:pPr>
            <a:endParaRPr lang="en-US" altLang="en-US" sz="1700">
              <a:ln/>
              <a:solidFill>
                <a:schemeClr val="tx1"/>
              </a:solidFill>
              <a:effectLst/>
              <a:latin typeface="Times New Roman" panose="02020503050405090304" pitchFamily="18" charset="0"/>
              <a:cs typeface="Times New Roman" panose="02020503050405090304" pitchFamily="18" charset="0"/>
            </a:endParaRPr>
          </a:p>
          <a:p>
            <a:pPr marL="0" indent="0">
              <a:buNone/>
            </a:pPr>
            <a:r>
              <a:rPr lang="en-US" altLang="en-US" sz="1700">
                <a:ln/>
                <a:solidFill>
                  <a:schemeClr val="tx1"/>
                </a:solidFill>
                <a:effectLst/>
                <a:latin typeface="Times New Roman" panose="02020503050405090304" pitchFamily="18" charset="0"/>
                <a:cs typeface="Times New Roman" panose="02020503050405090304" pitchFamily="18" charset="0"/>
              </a:rPr>
              <a:t>2. Castilla-Arquillo et al., arXiv 2025 — OmniUnet</a:t>
            </a:r>
            <a:endParaRPr lang="en-US" altLang="en-US" sz="1700">
              <a:ln/>
              <a:solidFill>
                <a:schemeClr val="tx1"/>
              </a:solidFill>
              <a:effectLst/>
              <a:latin typeface="Times New Roman" panose="02020503050405090304" pitchFamily="18" charset="0"/>
              <a:cs typeface="Times New Roman" panose="02020503050405090304" pitchFamily="18" charset="0"/>
            </a:endParaRPr>
          </a:p>
          <a:p>
            <a:pPr marL="0" indent="0">
              <a:buNone/>
            </a:pPr>
            <a:r>
              <a:rPr lang="en-US" altLang="en-US" sz="1700">
                <a:ln/>
                <a:solidFill>
                  <a:schemeClr val="tx1"/>
                </a:solidFill>
                <a:effectLst/>
                <a:latin typeface="Times New Roman" panose="02020503050405090304" pitchFamily="18" charset="0"/>
                <a:cs typeface="Times New Roman" panose="02020503050405090304" pitchFamily="18" charset="0"/>
              </a:rPr>
              <a:t>Does not emphasize lightweight deployment or the translation of segmentation results into actionable, user-interpretable outputs.</a:t>
            </a:r>
            <a:endParaRPr lang="en-US" altLang="en-US" sz="1700">
              <a:ln/>
              <a:solidFill>
                <a:schemeClr val="tx1"/>
              </a:solidFill>
              <a:effectLst/>
              <a:latin typeface="Times New Roman" panose="02020503050405090304" pitchFamily="18" charset="0"/>
              <a:cs typeface="Times New Roman" panose="02020503050405090304" pitchFamily="18" charset="0"/>
            </a:endParaRPr>
          </a:p>
          <a:p>
            <a:pPr marL="0" indent="0">
              <a:buNone/>
            </a:pPr>
            <a:endParaRPr lang="en-US" altLang="en-US" sz="1700">
              <a:ln/>
              <a:solidFill>
                <a:schemeClr val="tx1"/>
              </a:solidFill>
              <a:effectLst/>
              <a:latin typeface="Times New Roman" panose="02020503050405090304" pitchFamily="18" charset="0"/>
              <a:cs typeface="Times New Roman" panose="02020503050405090304" pitchFamily="18" charset="0"/>
            </a:endParaRPr>
          </a:p>
          <a:p>
            <a:pPr marL="0" indent="0">
              <a:buNone/>
            </a:pPr>
            <a:r>
              <a:rPr lang="en-US" altLang="en-US" sz="1700">
                <a:ln/>
                <a:solidFill>
                  <a:schemeClr val="tx1"/>
                </a:solidFill>
                <a:effectLst/>
                <a:latin typeface="Times New Roman" panose="02020503050405090304" pitchFamily="18" charset="0"/>
                <a:cs typeface="Times New Roman" panose="02020503050405090304" pitchFamily="18" charset="0"/>
              </a:rPr>
              <a:t>3. Hao et al., CMC 2024 — Real-Time Transformer for Driving</a:t>
            </a:r>
            <a:endParaRPr lang="en-US" altLang="en-US" sz="1700">
              <a:ln/>
              <a:solidFill>
                <a:schemeClr val="tx1"/>
              </a:solidFill>
              <a:effectLst/>
              <a:latin typeface="Times New Roman" panose="02020503050405090304" pitchFamily="18" charset="0"/>
              <a:cs typeface="Times New Roman" panose="02020503050405090304" pitchFamily="18" charset="0"/>
            </a:endParaRPr>
          </a:p>
          <a:p>
            <a:pPr marL="0" indent="0">
              <a:buNone/>
            </a:pPr>
            <a:r>
              <a:rPr lang="en-US" altLang="en-US" sz="1700">
                <a:ln/>
                <a:solidFill>
                  <a:schemeClr val="tx1"/>
                </a:solidFill>
                <a:effectLst/>
                <a:latin typeface="Times New Roman" panose="02020503050405090304" pitchFamily="18" charset="0"/>
                <a:cs typeface="Times New Roman" panose="02020503050405090304" pitchFamily="18" charset="0"/>
              </a:rPr>
              <a:t>Designed for structured urban driving scenarios and assumes well-defined road geometry.</a:t>
            </a:r>
            <a:endParaRPr lang="en-US" altLang="en-US" sz="1700">
              <a:ln/>
              <a:solidFill>
                <a:schemeClr val="tx1"/>
              </a:solidFill>
              <a:effectLst/>
              <a:latin typeface="Times New Roman" panose="02020503050405090304" pitchFamily="18" charset="0"/>
              <a:cs typeface="Times New Roman" panose="02020503050405090304" pitchFamily="18" charset="0"/>
            </a:endParaRPr>
          </a:p>
        </p:txBody>
      </p:sp>
    </p:spTree>
  </p:cSld>
  <p:clrMapOvr>
    <a:masterClrMapping/>
  </p:clrMapOvr>
  <p:transition spd="slow">
    <p:cov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p:nvPr/>
        </p:nvSpPr>
        <p:spPr>
          <a:xfrm>
            <a:off x="838200" y="1245141"/>
            <a:ext cx="10515600" cy="493182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just">
              <a:buNone/>
            </a:pPr>
            <a:endParaRPr lang="en-IN" sz="1800" dirty="0">
              <a:latin typeface="Times New Roman" panose="02020503050405090304" pitchFamily="18" charset="0"/>
              <a:cs typeface="Times New Roman" panose="02020503050405090304" pitchFamily="18" charset="0"/>
            </a:endParaRPr>
          </a:p>
        </p:txBody>
      </p:sp>
      <p:sp>
        <p:nvSpPr>
          <p:cNvPr id="7" name="Title 1"/>
          <p:cNvSpPr>
            <a:spLocks noGrp="1"/>
          </p:cNvSpPr>
          <p:nvPr>
            <p:ph type="title"/>
          </p:nvPr>
        </p:nvSpPr>
        <p:spPr>
          <a:xfrm>
            <a:off x="474980" y="538549"/>
            <a:ext cx="10515600" cy="568730"/>
          </a:xfrm>
        </p:spPr>
        <p:txBody>
          <a:bodyPr>
            <a:normAutofit/>
          </a:bodyPr>
          <a:lstStyle/>
          <a:p>
            <a:r>
              <a:rPr lang="en-US" altLang="en-US" sz="2400" b="1" dirty="0">
                <a:ln/>
                <a:solidFill>
                  <a:schemeClr val="tx1"/>
                </a:solidFill>
                <a:effectLst/>
                <a:latin typeface="Times New Roman" panose="02020503050405090304" pitchFamily="18" charset="0"/>
                <a:cs typeface="Times New Roman" panose="02020503050405090304" pitchFamily="18" charset="0"/>
                <a:sym typeface="+mn-ea"/>
              </a:rPr>
              <a:t>6. Dataset Description</a:t>
            </a:r>
            <a:endParaRPr lang="en-US" altLang="en-US" sz="2400" b="1" dirty="0">
              <a:ln/>
              <a:solidFill>
                <a:schemeClr val="tx1"/>
              </a:solidFill>
              <a:effectLst/>
              <a:latin typeface="Times New Roman" panose="02020503050405090304" pitchFamily="18" charset="0"/>
              <a:cs typeface="Times New Roman" panose="02020503050405090304" pitchFamily="18" charset="0"/>
              <a:sym typeface="+mn-ea"/>
            </a:endParaRPr>
          </a:p>
        </p:txBody>
      </p:sp>
      <p:sp>
        <p:nvSpPr>
          <p:cNvPr id="3" name="Rectangle 1"/>
          <p:cNvSpPr>
            <a:spLocks noChangeArrowheads="1"/>
          </p:cNvSpPr>
          <p:nvPr/>
        </p:nvSpPr>
        <p:spPr bwMode="auto">
          <a:xfrm>
            <a:off x="474980" y="1107440"/>
            <a:ext cx="10878820" cy="3949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228600" lvl="0" indent="-228600" algn="just" eaLnBrk="0" fontAlgn="base" hangingPunct="0">
              <a:spcBef>
                <a:spcPct val="0"/>
              </a:spcBef>
              <a:spcAft>
                <a:spcPct val="0"/>
              </a:spcAft>
              <a:buFont typeface="Arial" panose="020B0604020202090204" pitchFamily="34" charset="0"/>
              <a:buChar char="•"/>
            </a:pPr>
            <a:r>
              <a:rPr lang="en-US" altLang="en-US" dirty="0">
                <a:latin typeface="Times New Roman" panose="02020503050405090304" pitchFamily="18" charset="0"/>
                <a:cs typeface="Times New Roman" panose="02020503050405090304" pitchFamily="18" charset="0"/>
              </a:rPr>
              <a:t>This section details the implementation strategy, covering the dataset, the training protocols, and the metric definition.</a:t>
            </a:r>
            <a:endParaRPr lang="en-US" altLang="en-US" dirty="0">
              <a:latin typeface="Times New Roman" panose="02020503050405090304" pitchFamily="18" charset="0"/>
              <a:cs typeface="Times New Roman" panose="02020503050405090304" pitchFamily="18" charset="0"/>
            </a:endParaRPr>
          </a:p>
          <a:p>
            <a:pPr marL="228600" lvl="0" indent="-228600" algn="just" eaLnBrk="0" fontAlgn="base" hangingPunct="0">
              <a:spcBef>
                <a:spcPct val="0"/>
              </a:spcBef>
              <a:spcAft>
                <a:spcPct val="0"/>
              </a:spcAft>
              <a:buFont typeface="Arial" panose="020B0604020202090204" pitchFamily="34" charset="0"/>
              <a:buChar char="•"/>
            </a:pPr>
            <a:r>
              <a:rPr lang="en-US" altLang="en-US" dirty="0">
                <a:latin typeface="Times New Roman" panose="02020503050405090304" pitchFamily="18" charset="0"/>
                <a:cs typeface="Times New Roman" panose="02020503050405090304" pitchFamily="18" charset="0"/>
              </a:rPr>
              <a:t>Dataset Description (Alternative to ADE20k)</a:t>
            </a:r>
            <a:endParaRPr lang="en-US" altLang="en-US" dirty="0">
              <a:latin typeface="Times New Roman" panose="02020503050405090304" pitchFamily="18" charset="0"/>
              <a:cs typeface="Times New Roman" panose="02020503050405090304" pitchFamily="18" charset="0"/>
            </a:endParaRPr>
          </a:p>
          <a:p>
            <a:pPr marL="228600" lvl="0" indent="-228600" algn="just" eaLnBrk="0" fontAlgn="base" hangingPunct="0">
              <a:spcBef>
                <a:spcPct val="0"/>
              </a:spcBef>
              <a:spcAft>
                <a:spcPct val="0"/>
              </a:spcAft>
              <a:buFont typeface="Arial" panose="020B0604020202090204" pitchFamily="34" charset="0"/>
              <a:buChar char="•"/>
            </a:pPr>
            <a:r>
              <a:rPr lang="en-US" altLang="en-US" dirty="0">
                <a:latin typeface="Times New Roman" panose="02020503050405090304" pitchFamily="18" charset="0"/>
                <a:cs typeface="Times New Roman" panose="02020503050405090304" pitchFamily="18" charset="0"/>
              </a:rPr>
              <a:t>While the current model uses ADE20k (which requires registration), we recommend COCO-Stuff for accessible, open-source reproduction.</a:t>
            </a:r>
            <a:endParaRPr lang="en-US" altLang="en-US" dirty="0">
              <a:latin typeface="Times New Roman" panose="02020503050405090304" pitchFamily="18" charset="0"/>
              <a:cs typeface="Times New Roman" panose="02020503050405090304" pitchFamily="18" charset="0"/>
            </a:endParaRPr>
          </a:p>
          <a:p>
            <a:pPr marL="228600" lvl="0" indent="-228600" algn="just" eaLnBrk="0" fontAlgn="base" hangingPunct="0">
              <a:spcBef>
                <a:spcPct val="0"/>
              </a:spcBef>
              <a:spcAft>
                <a:spcPct val="0"/>
              </a:spcAft>
              <a:buFont typeface="Arial" panose="020B0604020202090204" pitchFamily="34" charset="0"/>
              <a:buChar char="•"/>
            </a:pPr>
            <a:endParaRPr lang="en-US" altLang="en-US" dirty="0">
              <a:latin typeface="Times New Roman" panose="02020503050405090304" pitchFamily="18" charset="0"/>
              <a:cs typeface="Times New Roman" panose="02020503050405090304" pitchFamily="18" charset="0"/>
            </a:endParaRPr>
          </a:p>
          <a:p>
            <a:pPr marL="228600" lvl="0" indent="-228600" algn="just" eaLnBrk="0" fontAlgn="base" hangingPunct="0">
              <a:spcBef>
                <a:spcPct val="0"/>
              </a:spcBef>
              <a:spcAft>
                <a:spcPct val="0"/>
              </a:spcAft>
              <a:buFont typeface="Arial" panose="020B0604020202090204" pitchFamily="34" charset="0"/>
              <a:buChar char="•"/>
            </a:pPr>
            <a:r>
              <a:rPr lang="en-US" altLang="en-US" dirty="0">
                <a:latin typeface="Times New Roman" panose="02020503050405090304" pitchFamily="18" charset="0"/>
                <a:cs typeface="Times New Roman" panose="02020503050405090304" pitchFamily="18" charset="0"/>
              </a:rPr>
              <a:t>Dataset: COCO-Stuff 10K</a:t>
            </a:r>
            <a:endParaRPr lang="en-US" altLang="en-US" dirty="0">
              <a:latin typeface="Times New Roman" panose="02020503050405090304" pitchFamily="18" charset="0"/>
              <a:cs typeface="Times New Roman" panose="02020503050405090304" pitchFamily="18" charset="0"/>
            </a:endParaRPr>
          </a:p>
          <a:p>
            <a:pPr marL="228600" lvl="0" indent="-228600" algn="just" eaLnBrk="0" fontAlgn="base" hangingPunct="0">
              <a:spcBef>
                <a:spcPct val="0"/>
              </a:spcBef>
              <a:spcAft>
                <a:spcPct val="0"/>
              </a:spcAft>
              <a:buFont typeface="Arial" panose="020B0604020202090204" pitchFamily="34" charset="0"/>
              <a:buChar char="•"/>
            </a:pPr>
            <a:r>
              <a:rPr lang="en-US" altLang="en-US" dirty="0">
                <a:latin typeface="Times New Roman" panose="02020503050405090304" pitchFamily="18" charset="0"/>
                <a:cs typeface="Times New Roman" panose="02020503050405090304" pitchFamily="18" charset="0"/>
              </a:rPr>
              <a:t>Description: A subset of the common COCO dataset enriched with pixel-level stuff annotations (sky, grass, road) in addition to things (person, car).</a:t>
            </a:r>
            <a:endParaRPr lang="en-US" altLang="en-US" dirty="0">
              <a:latin typeface="Times New Roman" panose="02020503050405090304" pitchFamily="18" charset="0"/>
              <a:cs typeface="Times New Roman" panose="02020503050405090304" pitchFamily="18" charset="0"/>
            </a:endParaRPr>
          </a:p>
          <a:p>
            <a:pPr marL="228600" lvl="0" indent="-228600" algn="just" eaLnBrk="0" fontAlgn="base" hangingPunct="0">
              <a:spcBef>
                <a:spcPct val="0"/>
              </a:spcBef>
              <a:spcAft>
                <a:spcPct val="0"/>
              </a:spcAft>
              <a:buFont typeface="Arial" panose="020B0604020202090204" pitchFamily="34" charset="0"/>
              <a:buChar char="•"/>
            </a:pPr>
            <a:r>
              <a:rPr lang="en-US" altLang="en-US" dirty="0">
                <a:latin typeface="Times New Roman" panose="02020503050405090304" pitchFamily="18" charset="0"/>
                <a:cs typeface="Times New Roman" panose="02020503050405090304" pitchFamily="18" charset="0"/>
              </a:rPr>
              <a:t>Accessibility: Publicly available via direct download (no registration gate).</a:t>
            </a:r>
            <a:endParaRPr lang="en-US" altLang="en-US" dirty="0">
              <a:latin typeface="Times New Roman" panose="02020503050405090304" pitchFamily="18" charset="0"/>
              <a:cs typeface="Times New Roman" panose="02020503050405090304" pitchFamily="18" charset="0"/>
            </a:endParaRPr>
          </a:p>
          <a:p>
            <a:pPr marL="228600" lvl="0" indent="-228600" algn="just" eaLnBrk="0" fontAlgn="base" hangingPunct="0">
              <a:spcBef>
                <a:spcPct val="0"/>
              </a:spcBef>
              <a:spcAft>
                <a:spcPct val="0"/>
              </a:spcAft>
              <a:buFont typeface="Arial" panose="020B0604020202090204" pitchFamily="34" charset="0"/>
              <a:buChar char="•"/>
            </a:pPr>
            <a:r>
              <a:rPr lang="en-US" altLang="en-US" dirty="0">
                <a:latin typeface="Times New Roman" panose="02020503050405090304" pitchFamily="18" charset="0"/>
                <a:cs typeface="Times New Roman" panose="02020503050405090304" pitchFamily="18" charset="0"/>
              </a:rPr>
              <a:t>License: Creative Commons Attribution 4.0.</a:t>
            </a:r>
            <a:endParaRPr lang="en-US" altLang="en-US" dirty="0">
              <a:latin typeface="Times New Roman" panose="02020503050405090304" pitchFamily="18" charset="0"/>
              <a:cs typeface="Times New Roman" panose="02020503050405090304" pitchFamily="18" charset="0"/>
            </a:endParaRPr>
          </a:p>
          <a:p>
            <a:pPr marL="228600" lvl="0" indent="-228600" algn="just" eaLnBrk="0" fontAlgn="base" hangingPunct="0">
              <a:spcBef>
                <a:spcPct val="0"/>
              </a:spcBef>
              <a:spcAft>
                <a:spcPct val="0"/>
              </a:spcAft>
              <a:buFont typeface="Arial" panose="020B0604020202090204" pitchFamily="34" charset="0"/>
              <a:buChar char="•"/>
            </a:pPr>
            <a:r>
              <a:rPr lang="en-US" altLang="en-US" dirty="0">
                <a:latin typeface="Times New Roman" panose="02020503050405090304" pitchFamily="18" charset="0"/>
                <a:cs typeface="Times New Roman" panose="02020503050405090304" pitchFamily="18" charset="0"/>
              </a:rPr>
              <a:t>Why it works: It contains all the critical classes needed for this project: grass, road, water, person, vehicle.</a:t>
            </a:r>
            <a:endParaRPr lang="en-US" altLang="en-US" dirty="0">
              <a:latin typeface="Times New Roman" panose="02020503050405090304" pitchFamily="18" charset="0"/>
              <a:cs typeface="Times New Roman" panose="02020503050405090304" pitchFamily="18" charset="0"/>
            </a:endParaRPr>
          </a:p>
        </p:txBody>
      </p:sp>
      <p:sp>
        <p:nvSpPr>
          <p:cNvPr id="2" name="Text Box 1"/>
          <p:cNvSpPr txBox="1"/>
          <p:nvPr/>
        </p:nvSpPr>
        <p:spPr>
          <a:xfrm>
            <a:off x="11454130" y="6130290"/>
            <a:ext cx="440690" cy="368300"/>
          </a:xfrm>
          <a:prstGeom prst="rect">
            <a:avLst/>
          </a:prstGeom>
          <a:noFill/>
        </p:spPr>
        <p:txBody>
          <a:bodyPr wrap="square" rtlCol="0">
            <a:spAutoFit/>
          </a:bodyPr>
          <a:p>
            <a:r>
              <a:rPr lang="en-US"/>
              <a:t>10</a:t>
            </a:r>
            <a:endParaRPr lang="en-US"/>
          </a:p>
        </p:txBody>
      </p:sp>
    </p:spTree>
  </p:cSld>
  <p:clrMapOvr>
    <a:masterClrMapping/>
  </p:clrMapOvr>
  <p:transition spd="slow">
    <p:cove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5788" y="181583"/>
            <a:ext cx="5953602" cy="628073"/>
          </a:xfrm>
        </p:spPr>
        <p:txBody>
          <a:bodyPr/>
          <a:lstStyle/>
          <a:p>
            <a:r>
              <a:rPr lang="en-US" sz="2400" b="1" dirty="0">
                <a:ln/>
                <a:solidFill>
                  <a:schemeClr val="tx1"/>
                </a:solidFill>
                <a:effectLst/>
                <a:sym typeface="+mn-ea"/>
              </a:rPr>
              <a:t>7. Gantt Chart</a:t>
            </a:r>
            <a:endParaRPr lang="en-US" sz="2400" b="1" dirty="0">
              <a:ln/>
              <a:solidFill>
                <a:schemeClr val="tx1"/>
              </a:solidFill>
              <a:effectLst/>
              <a:latin typeface="Times New Roman" panose="02020503050405090304" pitchFamily="18" charset="0"/>
              <a:ea typeface="+mj-ea"/>
              <a:cs typeface="Times New Roman" panose="02020503050405090304" pitchFamily="18" charset="0"/>
              <a:sym typeface="+mn-ea"/>
            </a:endParaRPr>
          </a:p>
        </p:txBody>
      </p:sp>
      <p:sp>
        <p:nvSpPr>
          <p:cNvPr id="3" name="Content Placeholder 2"/>
          <p:cNvSpPr txBox="1"/>
          <p:nvPr/>
        </p:nvSpPr>
        <p:spPr>
          <a:xfrm>
            <a:off x="672018" y="1284254"/>
            <a:ext cx="10692319" cy="167526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Font typeface="Arial" panose="020B0604020202090204" pitchFamily="34" charset="0"/>
              <a:buNone/>
            </a:pPr>
            <a:endParaRPr lang="en-IN" sz="1800" dirty="0">
              <a:latin typeface="Times New Roman" panose="02020503050405090304" pitchFamily="18" charset="0"/>
              <a:cs typeface="Times New Roman" panose="02020503050405090304" pitchFamily="18" charset="0"/>
            </a:endParaRPr>
          </a:p>
        </p:txBody>
      </p:sp>
      <p:pic>
        <p:nvPicPr>
          <p:cNvPr id="4" name="Picture 3" descr="WhatsApp Image 2025-12-19 at 10.20.18"/>
          <p:cNvPicPr>
            <a:picLocks noChangeAspect="1"/>
          </p:cNvPicPr>
          <p:nvPr/>
        </p:nvPicPr>
        <p:blipFill>
          <a:blip r:embed="rId1"/>
          <a:stretch>
            <a:fillRect/>
          </a:stretch>
        </p:blipFill>
        <p:spPr>
          <a:xfrm>
            <a:off x="355600" y="654050"/>
            <a:ext cx="11735435" cy="5767070"/>
          </a:xfrm>
          <a:prstGeom prst="rect">
            <a:avLst/>
          </a:prstGeom>
        </p:spPr>
      </p:pic>
      <p:sp>
        <p:nvSpPr>
          <p:cNvPr id="5" name="Text Box 4"/>
          <p:cNvSpPr txBox="1"/>
          <p:nvPr/>
        </p:nvSpPr>
        <p:spPr>
          <a:xfrm>
            <a:off x="11440795" y="6344920"/>
            <a:ext cx="478790" cy="368300"/>
          </a:xfrm>
          <a:prstGeom prst="rect">
            <a:avLst/>
          </a:prstGeom>
          <a:noFill/>
        </p:spPr>
        <p:txBody>
          <a:bodyPr wrap="square" rtlCol="0">
            <a:spAutoFit/>
          </a:bodyPr>
          <a:p>
            <a:r>
              <a:rPr lang="en-US"/>
              <a:t>11</a:t>
            </a:r>
            <a:endParaRPr lang="en-US"/>
          </a:p>
        </p:txBody>
      </p:sp>
    </p:spTree>
  </p:cSld>
  <p:clrMapOvr>
    <a:masterClrMapping/>
  </p:clrMapOvr>
  <p:transition spd="slow">
    <p:cove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p:nvPr/>
        </p:nvSpPr>
        <p:spPr>
          <a:xfrm>
            <a:off x="838200" y="1245141"/>
            <a:ext cx="10515600" cy="493182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just">
              <a:buNone/>
            </a:pPr>
            <a:endParaRPr lang="en-IN" sz="1800" dirty="0">
              <a:latin typeface="Times New Roman" panose="02020503050405090304" pitchFamily="18" charset="0"/>
              <a:cs typeface="Times New Roman" panose="02020503050405090304" pitchFamily="18" charset="0"/>
            </a:endParaRPr>
          </a:p>
        </p:txBody>
      </p:sp>
      <p:sp>
        <p:nvSpPr>
          <p:cNvPr id="7" name="Title 1"/>
          <p:cNvSpPr>
            <a:spLocks noGrp="1"/>
          </p:cNvSpPr>
          <p:nvPr>
            <p:ph type="title"/>
          </p:nvPr>
        </p:nvSpPr>
        <p:spPr>
          <a:xfrm>
            <a:off x="838200" y="902571"/>
            <a:ext cx="10515600" cy="568730"/>
          </a:xfrm>
        </p:spPr>
        <p:txBody>
          <a:bodyPr>
            <a:normAutofit/>
          </a:bodyPr>
          <a:lstStyle/>
          <a:p>
            <a:r>
              <a:rPr lang="en-US" altLang="en-US" sz="2400" b="1" dirty="0">
                <a:ln/>
                <a:solidFill>
                  <a:schemeClr val="tx1"/>
                </a:solidFill>
                <a:effectLst/>
                <a:latin typeface="Times New Roman" panose="02020503050405090304" pitchFamily="18" charset="0"/>
                <a:cs typeface="Times New Roman" panose="02020503050405090304" pitchFamily="18" charset="0"/>
                <a:sym typeface="+mn-ea"/>
              </a:rPr>
              <a:t>8. Conclusion </a:t>
            </a:r>
            <a:endParaRPr lang="en-US" altLang="en-US" sz="2400" b="1" dirty="0">
              <a:ln/>
              <a:solidFill>
                <a:schemeClr val="tx1"/>
              </a:solidFill>
              <a:effectLst/>
              <a:latin typeface="Times New Roman" panose="02020503050405090304" pitchFamily="18" charset="0"/>
              <a:cs typeface="Times New Roman" panose="02020503050405090304" pitchFamily="18" charset="0"/>
              <a:sym typeface="+mn-ea"/>
            </a:endParaRPr>
          </a:p>
        </p:txBody>
      </p:sp>
      <p:sp>
        <p:nvSpPr>
          <p:cNvPr id="4" name="TextBox 3"/>
          <p:cNvSpPr txBox="1"/>
          <p:nvPr/>
        </p:nvSpPr>
        <p:spPr>
          <a:xfrm>
            <a:off x="838200" y="1471301"/>
            <a:ext cx="9278566" cy="4246245"/>
          </a:xfrm>
          <a:prstGeom prst="rect">
            <a:avLst/>
          </a:prstGeom>
          <a:noFill/>
        </p:spPr>
        <p:txBody>
          <a:bodyPr wrap="square">
            <a:spAutoFit/>
          </a:bodyPr>
          <a:lstStyle/>
          <a:p>
            <a:pPr algn="just">
              <a:lnSpc>
                <a:spcPct val="150000"/>
              </a:lnSpc>
            </a:pPr>
            <a:r>
              <a:rPr lang="en-US" altLang="en-US" dirty="0">
                <a:latin typeface="Times New Roman" panose="02020503050405090304" pitchFamily="18" charset="0"/>
                <a:cs typeface="Times New Roman" panose="02020503050405090304" pitchFamily="18" charset="0"/>
              </a:rPr>
              <a:t>This project demonstrates a practical real-time semantic segmentation framework for understanding unstructured environments using the SegFormer transformer architecture. By leveraging global contextual modeling, the system overcomes limitations of traditional CNN-based approaches while remaining deployable on accessible hardware.</a:t>
            </a:r>
            <a:endParaRPr lang="en-US" altLang="en-US" dirty="0">
              <a:latin typeface="Times New Roman" panose="02020503050405090304" pitchFamily="18" charset="0"/>
              <a:cs typeface="Times New Roman" panose="02020503050405090304" pitchFamily="18" charset="0"/>
            </a:endParaRPr>
          </a:p>
          <a:p>
            <a:pPr algn="just">
              <a:lnSpc>
                <a:spcPct val="150000"/>
              </a:lnSpc>
            </a:pPr>
            <a:endParaRPr lang="en-US" altLang="en-US" dirty="0">
              <a:latin typeface="Times New Roman" panose="02020503050405090304" pitchFamily="18" charset="0"/>
              <a:cs typeface="Times New Roman" panose="02020503050405090304" pitchFamily="18" charset="0"/>
            </a:endParaRPr>
          </a:p>
          <a:p>
            <a:pPr algn="just">
              <a:lnSpc>
                <a:spcPct val="150000"/>
              </a:lnSpc>
            </a:pPr>
            <a:r>
              <a:rPr lang="en-US" altLang="en-US" dirty="0">
                <a:latin typeface="Times New Roman" panose="02020503050405090304" pitchFamily="18" charset="0"/>
                <a:cs typeface="Times New Roman" panose="02020503050405090304" pitchFamily="18" charset="0"/>
              </a:rPr>
              <a:t>The integration of a Safety Logic Engine, along with intuitive HUD visualizations and modern MLOps tools such as Gradio and Weights &amp; Biases, bridges the gap between raw perception and actionable insights. Overall, the work serves as a proof-of-concept that safety-aware, high-fidelity scene understanding can be achieved efficiently, supporting the broader adoption of autonomous and assistive perception technologies.</a:t>
            </a:r>
            <a:endParaRPr lang="en-US" altLang="en-US" dirty="0">
              <a:latin typeface="Times New Roman" panose="02020503050405090304" pitchFamily="18" charset="0"/>
              <a:cs typeface="Times New Roman" panose="02020503050405090304" pitchFamily="18" charset="0"/>
            </a:endParaRPr>
          </a:p>
        </p:txBody>
      </p:sp>
      <p:sp>
        <p:nvSpPr>
          <p:cNvPr id="2" name="Text Box 1"/>
          <p:cNvSpPr txBox="1"/>
          <p:nvPr/>
        </p:nvSpPr>
        <p:spPr>
          <a:xfrm>
            <a:off x="11440160" y="6177280"/>
            <a:ext cx="480060" cy="368300"/>
          </a:xfrm>
          <a:prstGeom prst="rect">
            <a:avLst/>
          </a:prstGeom>
          <a:noFill/>
        </p:spPr>
        <p:txBody>
          <a:bodyPr wrap="square" rtlCol="0">
            <a:spAutoFit/>
          </a:bodyPr>
          <a:p>
            <a:r>
              <a:rPr lang="en-US"/>
              <a:t>12</a:t>
            </a:r>
            <a:endParaRPr lang="en-US"/>
          </a:p>
        </p:txBody>
      </p:sp>
    </p:spTree>
  </p:cSld>
  <p:clrMapOvr>
    <a:masterClrMapping/>
  </p:clrMapOvr>
  <p:transition spd="slow">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Thank You </a:t>
            </a:r>
            <a:endParaRPr lang="en-US" dirty="0"/>
          </a:p>
        </p:txBody>
      </p:sp>
    </p:spTree>
  </p:cSld>
  <p:clrMapOvr>
    <a:masterClrMapping/>
  </p:clrMapOvr>
  <p:transition spd="slow">
    <p:cove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5692</Words>
  <Application>WPS Presentation</Application>
  <PresentationFormat>Widescreen</PresentationFormat>
  <Paragraphs>116</Paragraphs>
  <Slides>14</Slides>
  <Notes>0</Notes>
  <HiddenSlides>0</HiddenSlides>
  <MMClips>0</MMClips>
  <ScaleCrop>false</ScaleCrop>
  <HeadingPairs>
    <vt:vector size="6" baseType="variant">
      <vt:variant>
        <vt:lpstr>已用的字体</vt:lpstr>
      </vt:variant>
      <vt:variant>
        <vt:i4>21</vt:i4>
      </vt:variant>
      <vt:variant>
        <vt:lpstr>主题</vt:lpstr>
      </vt:variant>
      <vt:variant>
        <vt:i4>2</vt:i4>
      </vt:variant>
      <vt:variant>
        <vt:lpstr>幻灯片标题</vt:lpstr>
      </vt:variant>
      <vt:variant>
        <vt:i4>14</vt:i4>
      </vt:variant>
    </vt:vector>
  </HeadingPairs>
  <TitlesOfParts>
    <vt:vector size="37" baseType="lpstr">
      <vt:lpstr>Arial</vt:lpstr>
      <vt:lpstr>SimSun</vt:lpstr>
      <vt:lpstr>Wingdings</vt:lpstr>
      <vt:lpstr>Glacial Indifference</vt:lpstr>
      <vt:lpstr>苹方-简</vt:lpstr>
      <vt:lpstr>Roboto</vt:lpstr>
      <vt:lpstr>Roboto Medium</vt:lpstr>
      <vt:lpstr>Jost</vt:lpstr>
      <vt:lpstr>Poppins</vt:lpstr>
      <vt:lpstr>Open Sans SemiBold</vt:lpstr>
      <vt:lpstr>Times New Roman</vt:lpstr>
      <vt:lpstr>Aptos</vt:lpstr>
      <vt:lpstr>Helvetica Neue</vt:lpstr>
      <vt:lpstr>Microsoft YaHei</vt:lpstr>
      <vt:lpstr>汉仪旗黑</vt:lpstr>
      <vt:lpstr>Arial Unicode MS</vt:lpstr>
      <vt:lpstr>宋体-简</vt:lpstr>
      <vt:lpstr>Thonburi</vt:lpstr>
      <vt:lpstr>Aptos Display</vt:lpstr>
      <vt:lpstr>Calibri</vt:lpstr>
      <vt:lpstr>Wingdings</vt:lpstr>
      <vt:lpstr>Office Theme</vt:lpstr>
      <vt:lpstr>1_Office Theme</vt:lpstr>
      <vt:lpstr>         Minor Project – IA1    Master of Computer Applications- MCA      III Semester – 2025        </vt:lpstr>
      <vt:lpstr>    Multi-class image segmentation using       Deep learning            </vt:lpstr>
      <vt:lpstr>Outline</vt:lpstr>
      <vt:lpstr>ABSTRACT</vt:lpstr>
      <vt:lpstr>INTRODUCTION</vt:lpstr>
      <vt:lpstr>INTRODUCTION</vt:lpstr>
      <vt:lpstr>Problem Statement</vt:lpstr>
      <vt:lpstr>Product Position Statement</vt:lpstr>
      <vt:lpstr>Literature Survey</vt:lpstr>
      <vt:lpstr>PowerPoint 演示文稿</vt:lpstr>
      <vt:lpstr>FEASIBILITY STUDY</vt:lpstr>
      <vt:lpstr>Stakeholder Descriptions</vt:lpstr>
      <vt:lpstr>CONCLUSION</vt:lpstr>
      <vt:lpstr>Thank You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Pranjal Pandey</cp:lastModifiedBy>
  <cp:revision>91</cp:revision>
  <dcterms:created xsi:type="dcterms:W3CDTF">2025-12-24T09:12:55Z</dcterms:created>
  <dcterms:modified xsi:type="dcterms:W3CDTF">2025-12-24T09:12:55Z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25FD2695B7CCA18997AE4B6977939881_43</vt:lpwstr>
  </property>
  <property fmtid="{D5CDD505-2E9C-101B-9397-08002B2CF9AE}" pid="3" name="KSOProductBuildVer">
    <vt:lpwstr>1033-12.1.22554.22554</vt:lpwstr>
  </property>
</Properties>
</file>